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8432" userDrawn="1">
          <p15:clr>
            <a:srgbClr val="A4A3A4"/>
          </p15:clr>
        </p15:guide>
        <p15:guide id="3" orient="horz" pos="18931" userDrawn="1">
          <p15:clr>
            <a:srgbClr val="A4A3A4"/>
          </p15:clr>
        </p15:guide>
        <p15:guide id="4" pos="95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8B69D-E917-439E-9F51-80E75216DE16}" v="2" dt="2024-07-15T12:21:34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2" d="100"/>
          <a:sy n="52" d="100"/>
        </p:scale>
        <p:origin x="29" y="29"/>
      </p:cViewPr>
      <p:guideLst>
        <p:guide orient="horz" pos="10368"/>
        <p:guide pos="18432"/>
        <p:guide orient="horz" pos="18931"/>
        <p:guide pos="95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tam, Bhoj R" userId="12df41df-f6ce-404f-ba8f-7efa450a3160" providerId="ADAL" clId="{E81401B8-DF7C-4F61-BF44-51701FBACD57}"/>
    <pc:docChg chg="undo custSel modSld">
      <pc:chgData name="Gautam, Bhoj R" userId="12df41df-f6ce-404f-ba8f-7efa450a3160" providerId="ADAL" clId="{E81401B8-DF7C-4F61-BF44-51701FBACD57}" dt="2024-02-22T15:25:11.298" v="1141" actId="14100"/>
      <pc:docMkLst>
        <pc:docMk/>
      </pc:docMkLst>
      <pc:sldChg chg="addSp delSp modSp mod">
        <pc:chgData name="Gautam, Bhoj R" userId="12df41df-f6ce-404f-ba8f-7efa450a3160" providerId="ADAL" clId="{E81401B8-DF7C-4F61-BF44-51701FBACD57}" dt="2024-02-22T15:25:11.298" v="1141" actId="14100"/>
        <pc:sldMkLst>
          <pc:docMk/>
          <pc:sldMk cId="3370274856" sldId="256"/>
        </pc:sldMkLst>
        <pc:spChg chg="mod">
          <ac:chgData name="Gautam, Bhoj R" userId="12df41df-f6ce-404f-ba8f-7efa450a3160" providerId="ADAL" clId="{E81401B8-DF7C-4F61-BF44-51701FBACD57}" dt="2024-02-22T15:09:42.100" v="871" actId="20577"/>
          <ac:spMkLst>
            <pc:docMk/>
            <pc:sldMk cId="3370274856" sldId="256"/>
            <ac:spMk id="2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5:21:18.982" v="1051" actId="1076"/>
          <ac:spMkLst>
            <pc:docMk/>
            <pc:sldMk cId="3370274856" sldId="256"/>
            <ac:spMk id="3" creationId="{910FA4F1-1858-6DC9-E7E1-E33141A5761B}"/>
          </ac:spMkLst>
        </pc:spChg>
        <pc:spChg chg="mod">
          <ac:chgData name="Gautam, Bhoj R" userId="12df41df-f6ce-404f-ba8f-7efa450a3160" providerId="ADAL" clId="{E81401B8-DF7C-4F61-BF44-51701FBACD57}" dt="2024-02-22T13:55:54.101" v="96" actId="255"/>
          <ac:spMkLst>
            <pc:docMk/>
            <pc:sldMk cId="3370274856" sldId="256"/>
            <ac:spMk id="4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5:24:38.727" v="1137" actId="20577"/>
          <ac:spMkLst>
            <pc:docMk/>
            <pc:sldMk cId="3370274856" sldId="256"/>
            <ac:spMk id="5" creationId="{0035FC34-5C55-4BDF-80A1-BCCBAFF6D269}"/>
          </ac:spMkLst>
        </pc:spChg>
        <pc:spChg chg="mod">
          <ac:chgData name="Gautam, Bhoj R" userId="12df41df-f6ce-404f-ba8f-7efa450a3160" providerId="ADAL" clId="{E81401B8-DF7C-4F61-BF44-51701FBACD57}" dt="2024-02-22T14:56:28.675" v="720" actId="14100"/>
          <ac:spMkLst>
            <pc:docMk/>
            <pc:sldMk cId="3370274856" sldId="256"/>
            <ac:spMk id="8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5:07:54.013" v="849" actId="20577"/>
          <ac:spMkLst>
            <pc:docMk/>
            <pc:sldMk cId="3370274856" sldId="256"/>
            <ac:spMk id="10" creationId="{8D443C93-6C33-4447-3E1A-772B196F7D0D}"/>
          </ac:spMkLst>
        </pc:spChg>
        <pc:spChg chg="del">
          <ac:chgData name="Gautam, Bhoj R" userId="12df41df-f6ce-404f-ba8f-7efa450a3160" providerId="ADAL" clId="{E81401B8-DF7C-4F61-BF44-51701FBACD57}" dt="2024-02-22T14:01:45.109" v="108" actId="478"/>
          <ac:spMkLst>
            <pc:docMk/>
            <pc:sldMk cId="3370274856" sldId="256"/>
            <ac:spMk id="11" creationId="{125F7515-C3AB-4B4F-A7FF-AC9201AE0F1C}"/>
          </ac:spMkLst>
        </pc:spChg>
        <pc:spChg chg="mod">
          <ac:chgData name="Gautam, Bhoj R" userId="12df41df-f6ce-404f-ba8f-7efa450a3160" providerId="ADAL" clId="{E81401B8-DF7C-4F61-BF44-51701FBACD57}" dt="2024-02-22T14:56:14.388" v="718" actId="1076"/>
          <ac:spMkLst>
            <pc:docMk/>
            <pc:sldMk cId="3370274856" sldId="256"/>
            <ac:spMk id="12" creationId="{BC7664ED-0BAB-46BE-8F86-DF005E71809A}"/>
          </ac:spMkLst>
        </pc:spChg>
        <pc:spChg chg="add del">
          <ac:chgData name="Gautam, Bhoj R" userId="12df41df-f6ce-404f-ba8f-7efa450a3160" providerId="ADAL" clId="{E81401B8-DF7C-4F61-BF44-51701FBACD57}" dt="2024-02-22T13:55:08.104" v="51" actId="22"/>
          <ac:spMkLst>
            <pc:docMk/>
            <pc:sldMk cId="3370274856" sldId="256"/>
            <ac:spMk id="13" creationId="{CE02B18C-0B10-7A0B-B6D0-FF440AC7CFF4}"/>
          </ac:spMkLst>
        </pc:spChg>
        <pc:spChg chg="mod">
          <ac:chgData name="Gautam, Bhoj R" userId="12df41df-f6ce-404f-ba8f-7efa450a3160" providerId="ADAL" clId="{E81401B8-DF7C-4F61-BF44-51701FBACD57}" dt="2024-02-22T15:21:30.647" v="1054" actId="1076"/>
          <ac:spMkLst>
            <pc:docMk/>
            <pc:sldMk cId="3370274856" sldId="256"/>
            <ac:spMk id="14" creationId="{1249B28D-D889-98D9-4C6D-50D82989C86A}"/>
          </ac:spMkLst>
        </pc:spChg>
        <pc:spChg chg="mod">
          <ac:chgData name="Gautam, Bhoj R" userId="12df41df-f6ce-404f-ba8f-7efa450a3160" providerId="ADAL" clId="{E81401B8-DF7C-4F61-BF44-51701FBACD57}" dt="2024-02-22T14:42:06.343" v="620" actId="20577"/>
          <ac:spMkLst>
            <pc:docMk/>
            <pc:sldMk cId="3370274856" sldId="256"/>
            <ac:spMk id="18" creationId="{081A53A7-4FE4-4970-B837-4FA36AED7072}"/>
          </ac:spMkLst>
        </pc:spChg>
        <pc:spChg chg="mod">
          <ac:chgData name="Gautam, Bhoj R" userId="12df41df-f6ce-404f-ba8f-7efa450a3160" providerId="ADAL" clId="{E81401B8-DF7C-4F61-BF44-51701FBACD57}" dt="2024-02-22T14:56:20.368" v="719" actId="1076"/>
          <ac:spMkLst>
            <pc:docMk/>
            <pc:sldMk cId="3370274856" sldId="256"/>
            <ac:spMk id="19" creationId="{0D5C2D31-FF88-42A1-816E-BF6057D605A6}"/>
          </ac:spMkLst>
        </pc:spChg>
        <pc:spChg chg="mod">
          <ac:chgData name="Gautam, Bhoj R" userId="12df41df-f6ce-404f-ba8f-7efa450a3160" providerId="ADAL" clId="{E81401B8-DF7C-4F61-BF44-51701FBACD57}" dt="2024-02-22T14:55:16.108" v="688" actId="1036"/>
          <ac:spMkLst>
            <pc:docMk/>
            <pc:sldMk cId="3370274856" sldId="256"/>
            <ac:spMk id="20" creationId="{0A8D5A63-65F5-1F72-8D43-137D1CCCC40A}"/>
          </ac:spMkLst>
        </pc:spChg>
        <pc:spChg chg="mod">
          <ac:chgData name="Gautam, Bhoj R" userId="12df41df-f6ce-404f-ba8f-7efa450a3160" providerId="ADAL" clId="{E81401B8-DF7C-4F61-BF44-51701FBACD57}" dt="2024-02-22T14:27:18.101" v="304" actId="1076"/>
          <ac:spMkLst>
            <pc:docMk/>
            <pc:sldMk cId="3370274856" sldId="256"/>
            <ac:spMk id="21" creationId="{42533C1E-0C8E-531D-48F8-951D044206BC}"/>
          </ac:spMkLst>
        </pc:spChg>
        <pc:spChg chg="mod">
          <ac:chgData name="Gautam, Bhoj R" userId="12df41df-f6ce-404f-ba8f-7efa450a3160" providerId="ADAL" clId="{E81401B8-DF7C-4F61-BF44-51701FBACD57}" dt="2024-02-22T15:21:38.040" v="1056" actId="14100"/>
          <ac:spMkLst>
            <pc:docMk/>
            <pc:sldMk cId="3370274856" sldId="256"/>
            <ac:spMk id="22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5:24:54.374" v="1139" actId="14100"/>
          <ac:spMkLst>
            <pc:docMk/>
            <pc:sldMk cId="3370274856" sldId="256"/>
            <ac:spMk id="23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4:22:33.066" v="296"/>
          <ac:spMkLst>
            <pc:docMk/>
            <pc:sldMk cId="3370274856" sldId="256"/>
            <ac:spMk id="30" creationId="{59A85F3C-E4B4-57FB-6DF0-9091F72AEA37}"/>
          </ac:spMkLst>
        </pc:spChg>
        <pc:spChg chg="mod">
          <ac:chgData name="Gautam, Bhoj R" userId="12df41df-f6ce-404f-ba8f-7efa450a3160" providerId="ADAL" clId="{E81401B8-DF7C-4F61-BF44-51701FBACD57}" dt="2024-02-22T15:24:36.913" v="1136" actId="14100"/>
          <ac:spMkLst>
            <pc:docMk/>
            <pc:sldMk cId="3370274856" sldId="256"/>
            <ac:spMk id="33" creationId="{00000000-0000-0000-0000-000000000000}"/>
          </ac:spMkLst>
        </pc:spChg>
        <pc:spChg chg="del">
          <ac:chgData name="Gautam, Bhoj R" userId="12df41df-f6ce-404f-ba8f-7efa450a3160" providerId="ADAL" clId="{E81401B8-DF7C-4F61-BF44-51701FBACD57}" dt="2024-02-22T14:55:48.956" v="713" actId="478"/>
          <ac:spMkLst>
            <pc:docMk/>
            <pc:sldMk cId="3370274856" sldId="256"/>
            <ac:spMk id="34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4:44:48.627" v="660" actId="20577"/>
          <ac:spMkLst>
            <pc:docMk/>
            <pc:sldMk cId="3370274856" sldId="256"/>
            <ac:spMk id="35" creationId="{FB5D70AF-86FD-F685-A584-FCE7C82DC9F7}"/>
          </ac:spMkLst>
        </pc:spChg>
        <pc:spChg chg="add mod">
          <ac:chgData name="Gautam, Bhoj R" userId="12df41df-f6ce-404f-ba8f-7efa450a3160" providerId="ADAL" clId="{E81401B8-DF7C-4F61-BF44-51701FBACD57}" dt="2024-02-22T14:33:12.973" v="343" actId="164"/>
          <ac:spMkLst>
            <pc:docMk/>
            <pc:sldMk cId="3370274856" sldId="256"/>
            <ac:spMk id="36" creationId="{16F03BD4-50D9-CC1D-5E1E-620268857B3C}"/>
          </ac:spMkLst>
        </pc:spChg>
        <pc:spChg chg="mod">
          <ac:chgData name="Gautam, Bhoj R" userId="12df41df-f6ce-404f-ba8f-7efa450a3160" providerId="ADAL" clId="{E81401B8-DF7C-4F61-BF44-51701FBACD57}" dt="2024-02-22T15:21:33.710" v="1055" actId="1076"/>
          <ac:spMkLst>
            <pc:docMk/>
            <pc:sldMk cId="3370274856" sldId="256"/>
            <ac:spMk id="38" creationId="{00000000-0000-0000-0000-000000000000}"/>
          </ac:spMkLst>
        </pc:spChg>
        <pc:spChg chg="add mod">
          <ac:chgData name="Gautam, Bhoj R" userId="12df41df-f6ce-404f-ba8f-7efa450a3160" providerId="ADAL" clId="{E81401B8-DF7C-4F61-BF44-51701FBACD57}" dt="2024-02-22T14:33:12.973" v="343" actId="164"/>
          <ac:spMkLst>
            <pc:docMk/>
            <pc:sldMk cId="3370274856" sldId="256"/>
            <ac:spMk id="40" creationId="{A1D2E57A-D004-5516-63A9-90E8D9B2B262}"/>
          </ac:spMkLst>
        </pc:spChg>
        <pc:spChg chg="del">
          <ac:chgData name="Gautam, Bhoj R" userId="12df41df-f6ce-404f-ba8f-7efa450a3160" providerId="ADAL" clId="{E81401B8-DF7C-4F61-BF44-51701FBACD57}" dt="2024-02-22T14:53:21.788" v="668" actId="478"/>
          <ac:spMkLst>
            <pc:docMk/>
            <pc:sldMk cId="3370274856" sldId="256"/>
            <ac:spMk id="42" creationId="{2E420BFB-2DFF-44F0-96CB-68CCB1A08EF5}"/>
          </ac:spMkLst>
        </pc:spChg>
        <pc:spChg chg="mod">
          <ac:chgData name="Gautam, Bhoj R" userId="12df41df-f6ce-404f-ba8f-7efa450a3160" providerId="ADAL" clId="{E81401B8-DF7C-4F61-BF44-51701FBACD57}" dt="2024-02-22T14:44:17.646" v="654" actId="1076"/>
          <ac:spMkLst>
            <pc:docMk/>
            <pc:sldMk cId="3370274856" sldId="256"/>
            <ac:spMk id="55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4:04:51.601" v="183" actId="1035"/>
          <ac:spMkLst>
            <pc:docMk/>
            <pc:sldMk cId="3370274856" sldId="256"/>
            <ac:spMk id="68" creationId="{3B5FCBAF-A155-431C-B1E5-652954474D0D}"/>
          </ac:spMkLst>
        </pc:spChg>
        <pc:spChg chg="mod">
          <ac:chgData name="Gautam, Bhoj R" userId="12df41df-f6ce-404f-ba8f-7efa450a3160" providerId="ADAL" clId="{E81401B8-DF7C-4F61-BF44-51701FBACD57}" dt="2024-02-22T14:55:37.225" v="711" actId="14100"/>
          <ac:spMkLst>
            <pc:docMk/>
            <pc:sldMk cId="3370274856" sldId="256"/>
            <ac:spMk id="71" creationId="{5379F401-6A9A-4042-99CA-0B8544C41820}"/>
          </ac:spMkLst>
        </pc:spChg>
        <pc:spChg chg="mod">
          <ac:chgData name="Gautam, Bhoj R" userId="12df41df-f6ce-404f-ba8f-7efa450a3160" providerId="ADAL" clId="{E81401B8-DF7C-4F61-BF44-51701FBACD57}" dt="2024-02-22T14:38:14.075" v="403" actId="1036"/>
          <ac:spMkLst>
            <pc:docMk/>
            <pc:sldMk cId="3370274856" sldId="256"/>
            <ac:spMk id="72" creationId="{E1FC58D3-238F-4460-AFA9-55795A692EF2}"/>
          </ac:spMkLst>
        </pc:spChg>
        <pc:spChg chg="mod">
          <ac:chgData name="Gautam, Bhoj R" userId="12df41df-f6ce-404f-ba8f-7efa450a3160" providerId="ADAL" clId="{E81401B8-DF7C-4F61-BF44-51701FBACD57}" dt="2024-02-22T15:25:11.298" v="1141" actId="14100"/>
          <ac:spMkLst>
            <pc:docMk/>
            <pc:sldMk cId="3370274856" sldId="256"/>
            <ac:spMk id="73" creationId="{857CA6E8-98E8-42FF-9B6E-CCC4AD82C303}"/>
          </ac:spMkLst>
        </pc:spChg>
        <pc:spChg chg="mod">
          <ac:chgData name="Gautam, Bhoj R" userId="12df41df-f6ce-404f-ba8f-7efa450a3160" providerId="ADAL" clId="{E81401B8-DF7C-4F61-BF44-51701FBACD57}" dt="2024-02-22T14:53:00.105" v="667" actId="20577"/>
          <ac:spMkLst>
            <pc:docMk/>
            <pc:sldMk cId="3370274856" sldId="256"/>
            <ac:spMk id="74" creationId="{EDE19D5D-01F5-4D93-925B-FDC37B7584D8}"/>
          </ac:spMkLst>
        </pc:spChg>
        <pc:spChg chg="del">
          <ac:chgData name="Gautam, Bhoj R" userId="12df41df-f6ce-404f-ba8f-7efa450a3160" providerId="ADAL" clId="{E81401B8-DF7C-4F61-BF44-51701FBACD57}" dt="2024-02-22T14:53:21.788" v="668" actId="478"/>
          <ac:spMkLst>
            <pc:docMk/>
            <pc:sldMk cId="3370274856" sldId="256"/>
            <ac:spMk id="76" creationId="{51BC9FB9-6DC5-406B-A781-5E024292BD08}"/>
          </ac:spMkLst>
        </pc:spChg>
        <pc:spChg chg="mod">
          <ac:chgData name="Gautam, Bhoj R" userId="12df41df-f6ce-404f-ba8f-7efa450a3160" providerId="ADAL" clId="{E81401B8-DF7C-4F61-BF44-51701FBACD57}" dt="2024-02-22T14:43:49.664" v="627" actId="255"/>
          <ac:spMkLst>
            <pc:docMk/>
            <pc:sldMk cId="3370274856" sldId="256"/>
            <ac:spMk id="81" creationId="{68E52139-CF5B-4F16-B2AA-638D723F3C59}"/>
          </ac:spMkLst>
        </pc:spChg>
        <pc:spChg chg="mod">
          <ac:chgData name="Gautam, Bhoj R" userId="12df41df-f6ce-404f-ba8f-7efa450a3160" providerId="ADAL" clId="{E81401B8-DF7C-4F61-BF44-51701FBACD57}" dt="2024-02-22T15:24:12.030" v="1133" actId="1076"/>
          <ac:spMkLst>
            <pc:docMk/>
            <pc:sldMk cId="3370274856" sldId="256"/>
            <ac:spMk id="183" creationId="{00000000-0000-0000-0000-000000000000}"/>
          </ac:spMkLst>
        </pc:spChg>
        <pc:spChg chg="mod">
          <ac:chgData name="Gautam, Bhoj R" userId="12df41df-f6ce-404f-ba8f-7efa450a3160" providerId="ADAL" clId="{E81401B8-DF7C-4F61-BF44-51701FBACD57}" dt="2024-02-22T15:24:48.305" v="1138" actId="1076"/>
          <ac:spMkLst>
            <pc:docMk/>
            <pc:sldMk cId="3370274856" sldId="256"/>
            <ac:spMk id="184" creationId="{00000000-0000-0000-0000-000000000000}"/>
          </ac:spMkLst>
        </pc:spChg>
        <pc:grpChg chg="add del mod">
          <ac:chgData name="Gautam, Bhoj R" userId="12df41df-f6ce-404f-ba8f-7efa450a3160" providerId="ADAL" clId="{E81401B8-DF7C-4F61-BF44-51701FBACD57}" dt="2024-02-22T14:27:07.780" v="301" actId="478"/>
          <ac:grpSpMkLst>
            <pc:docMk/>
            <pc:sldMk cId="3370274856" sldId="256"/>
            <ac:grpSpMk id="24" creationId="{C67F9FC9-4CDC-151E-E830-05B6B1204C49}"/>
          </ac:grpSpMkLst>
        </pc:grpChg>
        <pc:grpChg chg="add mod">
          <ac:chgData name="Gautam, Bhoj R" userId="12df41df-f6ce-404f-ba8f-7efa450a3160" providerId="ADAL" clId="{E81401B8-DF7C-4F61-BF44-51701FBACD57}" dt="2024-02-22T14:44:16.327" v="653" actId="1035"/>
          <ac:grpSpMkLst>
            <pc:docMk/>
            <pc:sldMk cId="3370274856" sldId="256"/>
            <ac:grpSpMk id="41" creationId="{422945F0-5EC7-B640-3343-3615C74E5014}"/>
          </ac:grpSpMkLst>
        </pc:grpChg>
        <pc:picChg chg="mod">
          <ac:chgData name="Gautam, Bhoj R" userId="12df41df-f6ce-404f-ba8f-7efa450a3160" providerId="ADAL" clId="{E81401B8-DF7C-4F61-BF44-51701FBACD57}" dt="2024-02-22T15:21:27.130" v="1053" actId="1076"/>
          <ac:picMkLst>
            <pc:docMk/>
            <pc:sldMk cId="3370274856" sldId="256"/>
            <ac:picMk id="6" creationId="{92336037-4769-AE7C-E775-C813CC7C0251}"/>
          </ac:picMkLst>
        </pc:picChg>
        <pc:picChg chg="del">
          <ac:chgData name="Gautam, Bhoj R" userId="12df41df-f6ce-404f-ba8f-7efa450a3160" providerId="ADAL" clId="{E81401B8-DF7C-4F61-BF44-51701FBACD57}" dt="2024-02-22T14:01:41.513" v="107" actId="478"/>
          <ac:picMkLst>
            <pc:docMk/>
            <pc:sldMk cId="3370274856" sldId="256"/>
            <ac:picMk id="9" creationId="{7E5BAFCD-EC58-CD19-351D-C2188A9E2906}"/>
          </ac:picMkLst>
        </pc:picChg>
        <pc:picChg chg="add mod">
          <ac:chgData name="Gautam, Bhoj R" userId="12df41df-f6ce-404f-ba8f-7efa450a3160" providerId="ADAL" clId="{E81401B8-DF7C-4F61-BF44-51701FBACD57}" dt="2024-02-22T13:58:29.522" v="105" actId="1076"/>
          <ac:picMkLst>
            <pc:docMk/>
            <pc:sldMk cId="3370274856" sldId="256"/>
            <ac:picMk id="15" creationId="{C2EB2AA9-D6D4-52F3-CE11-D84CF53D4D35}"/>
          </ac:picMkLst>
        </pc:picChg>
        <pc:picChg chg="add del mod">
          <ac:chgData name="Gautam, Bhoj R" userId="12df41df-f6ce-404f-ba8f-7efa450a3160" providerId="ADAL" clId="{E81401B8-DF7C-4F61-BF44-51701FBACD57}" dt="2024-02-22T14:29:16.314" v="305" actId="478"/>
          <ac:picMkLst>
            <pc:docMk/>
            <pc:sldMk cId="3370274856" sldId="256"/>
            <ac:picMk id="16" creationId="{1ADA5AC7-3CC2-113D-1DAA-24C1F0B85F1F}"/>
          </ac:picMkLst>
        </pc:picChg>
        <pc:picChg chg="del">
          <ac:chgData name="Gautam, Bhoj R" userId="12df41df-f6ce-404f-ba8f-7efa450a3160" providerId="ADAL" clId="{E81401B8-DF7C-4F61-BF44-51701FBACD57}" dt="2024-02-22T14:52:49.310" v="661" actId="478"/>
          <ac:picMkLst>
            <pc:docMk/>
            <pc:sldMk cId="3370274856" sldId="256"/>
            <ac:picMk id="17" creationId="{1CA7B629-5786-0BCF-285A-C86F90CF6EE3}"/>
          </ac:picMkLst>
        </pc:picChg>
        <pc:picChg chg="del">
          <ac:chgData name="Gautam, Bhoj R" userId="12df41df-f6ce-404f-ba8f-7efa450a3160" providerId="ADAL" clId="{E81401B8-DF7C-4F61-BF44-51701FBACD57}" dt="2024-02-22T14:38:39.253" v="418" actId="478"/>
          <ac:picMkLst>
            <pc:docMk/>
            <pc:sldMk cId="3370274856" sldId="256"/>
            <ac:picMk id="25" creationId="{A59452B5-17B1-4B1E-B2C5-AD351AD9BD71}"/>
          </ac:picMkLst>
        </pc:picChg>
        <pc:picChg chg="del">
          <ac:chgData name="Gautam, Bhoj R" userId="12df41df-f6ce-404f-ba8f-7efa450a3160" providerId="ADAL" clId="{E81401B8-DF7C-4F61-BF44-51701FBACD57}" dt="2024-02-22T13:56:07.983" v="97" actId="478"/>
          <ac:picMkLst>
            <pc:docMk/>
            <pc:sldMk cId="3370274856" sldId="256"/>
            <ac:picMk id="28" creationId="{F0FCDFD9-E4BE-4777-84DB-A9870B3077C2}"/>
          </ac:picMkLst>
        </pc:picChg>
        <pc:picChg chg="mod">
          <ac:chgData name="Gautam, Bhoj R" userId="12df41df-f6ce-404f-ba8f-7efa450a3160" providerId="ADAL" clId="{E81401B8-DF7C-4F61-BF44-51701FBACD57}" dt="2024-02-22T14:22:33.066" v="296"/>
          <ac:picMkLst>
            <pc:docMk/>
            <pc:sldMk cId="3370274856" sldId="256"/>
            <ac:picMk id="29" creationId="{4F96537D-8A07-1F09-B6B4-64A3E6E82D5D}"/>
          </ac:picMkLst>
        </pc:picChg>
        <pc:picChg chg="add mod">
          <ac:chgData name="Gautam, Bhoj R" userId="12df41df-f6ce-404f-ba8f-7efa450a3160" providerId="ADAL" clId="{E81401B8-DF7C-4F61-BF44-51701FBACD57}" dt="2024-02-22T14:33:12.973" v="343" actId="164"/>
          <ac:picMkLst>
            <pc:docMk/>
            <pc:sldMk cId="3370274856" sldId="256"/>
            <ac:picMk id="32" creationId="{BC8A6508-B5A4-37EA-AFC2-7209A1B5AAEB}"/>
          </ac:picMkLst>
        </pc:picChg>
        <pc:picChg chg="mod">
          <ac:chgData name="Gautam, Bhoj R" userId="12df41df-f6ce-404f-ba8f-7efa450a3160" providerId="ADAL" clId="{E81401B8-DF7C-4F61-BF44-51701FBACD57}" dt="2024-02-22T13:55:44.945" v="95" actId="1076"/>
          <ac:picMkLst>
            <pc:docMk/>
            <pc:sldMk cId="3370274856" sldId="256"/>
            <ac:picMk id="37" creationId="{9F0D3F37-4EC8-4330-BAAC-96FD61971483}"/>
          </ac:picMkLst>
        </pc:picChg>
        <pc:picChg chg="del">
          <ac:chgData name="Gautam, Bhoj R" userId="12df41df-f6ce-404f-ba8f-7efa450a3160" providerId="ADAL" clId="{E81401B8-DF7C-4F61-BF44-51701FBACD57}" dt="2024-02-22T14:22:30.913" v="295" actId="478"/>
          <ac:picMkLst>
            <pc:docMk/>
            <pc:sldMk cId="3370274856" sldId="256"/>
            <ac:picMk id="39" creationId="{EB808B5D-C25B-DF7F-A92B-D49DFC882D7D}"/>
          </ac:picMkLst>
        </pc:picChg>
        <pc:picChg chg="add mod">
          <ac:chgData name="Gautam, Bhoj R" userId="12df41df-f6ce-404f-ba8f-7efa450a3160" providerId="ADAL" clId="{E81401B8-DF7C-4F61-BF44-51701FBACD57}" dt="2024-02-22T14:41:53.612" v="616" actId="1076"/>
          <ac:picMkLst>
            <pc:docMk/>
            <pc:sldMk cId="3370274856" sldId="256"/>
            <ac:picMk id="43" creationId="{2E70424A-B288-9A2B-EDD6-CE7770E8EC1E}"/>
          </ac:picMkLst>
        </pc:picChg>
        <pc:picChg chg="add mod">
          <ac:chgData name="Gautam, Bhoj R" userId="12df41df-f6ce-404f-ba8f-7efa450a3160" providerId="ADAL" clId="{E81401B8-DF7C-4F61-BF44-51701FBACD57}" dt="2024-02-22T14:41:53.612" v="616" actId="1076"/>
          <ac:picMkLst>
            <pc:docMk/>
            <pc:sldMk cId="3370274856" sldId="256"/>
            <ac:picMk id="44" creationId="{9432212B-7C19-A2AE-020F-77EDD85E7CA4}"/>
          </ac:picMkLst>
        </pc:picChg>
        <pc:picChg chg="add mod">
          <ac:chgData name="Gautam, Bhoj R" userId="12df41df-f6ce-404f-ba8f-7efa450a3160" providerId="ADAL" clId="{E81401B8-DF7C-4F61-BF44-51701FBACD57}" dt="2024-02-22T14:55:23.312" v="710" actId="1035"/>
          <ac:picMkLst>
            <pc:docMk/>
            <pc:sldMk cId="3370274856" sldId="256"/>
            <ac:picMk id="46" creationId="{BCD65ED1-C0E9-7287-6D69-6866B835F5EF}"/>
          </ac:picMkLst>
        </pc:picChg>
      </pc:sldChg>
    </pc:docChg>
  </pc:docChgLst>
  <pc:docChgLst>
    <pc:chgData name="Gautam, Bhoj R" userId="12df41df-f6ce-404f-ba8f-7efa450a3160" providerId="ADAL" clId="{948CEF12-779C-4720-AA41-754B04A2CCD6}"/>
    <pc:docChg chg="undo custSel modSld">
      <pc:chgData name="Gautam, Bhoj R" userId="12df41df-f6ce-404f-ba8f-7efa450a3160" providerId="ADAL" clId="{948CEF12-779C-4720-AA41-754B04A2CCD6}" dt="2024-07-12T19:23:26.513" v="944" actId="1036"/>
      <pc:docMkLst>
        <pc:docMk/>
      </pc:docMkLst>
      <pc:sldChg chg="addSp delSp modSp mod">
        <pc:chgData name="Gautam, Bhoj R" userId="12df41df-f6ce-404f-ba8f-7efa450a3160" providerId="ADAL" clId="{948CEF12-779C-4720-AA41-754B04A2CCD6}" dt="2024-07-12T19:23:26.513" v="944" actId="1036"/>
        <pc:sldMkLst>
          <pc:docMk/>
          <pc:sldMk cId="3370274856" sldId="256"/>
        </pc:sldMkLst>
        <pc:spChg chg="mod">
          <ac:chgData name="Gautam, Bhoj R" userId="12df41df-f6ce-404f-ba8f-7efa450a3160" providerId="ADAL" clId="{948CEF12-779C-4720-AA41-754B04A2CCD6}" dt="2024-07-03T17:55:28.709" v="784" actId="1076"/>
          <ac:spMkLst>
            <pc:docMk/>
            <pc:sldMk cId="3370274856" sldId="256"/>
            <ac:spMk id="2" creationId="{00000000-0000-0000-0000-000000000000}"/>
          </ac:spMkLst>
        </pc:spChg>
        <pc:spChg chg="mod">
          <ac:chgData name="Gautam, Bhoj R" userId="12df41df-f6ce-404f-ba8f-7efa450a3160" providerId="ADAL" clId="{948CEF12-779C-4720-AA41-754B04A2CCD6}" dt="2024-07-03T17:08:01.606" v="641" actId="20577"/>
          <ac:spMkLst>
            <pc:docMk/>
            <pc:sldMk cId="3370274856" sldId="256"/>
            <ac:spMk id="3" creationId="{910FA4F1-1858-6DC9-E7E1-E33141A5761B}"/>
          </ac:spMkLst>
        </pc:spChg>
        <pc:spChg chg="mod">
          <ac:chgData name="Gautam, Bhoj R" userId="12df41df-f6ce-404f-ba8f-7efa450a3160" providerId="ADAL" clId="{948CEF12-779C-4720-AA41-754B04A2CCD6}" dt="2024-07-03T16:03:22.704" v="194" actId="1076"/>
          <ac:spMkLst>
            <pc:docMk/>
            <pc:sldMk cId="3370274856" sldId="256"/>
            <ac:spMk id="4" creationId="{00000000-0000-0000-0000-000000000000}"/>
          </ac:spMkLst>
        </pc:spChg>
        <pc:spChg chg="mod">
          <ac:chgData name="Gautam, Bhoj R" userId="12df41df-f6ce-404f-ba8f-7efa450a3160" providerId="ADAL" clId="{948CEF12-779C-4720-AA41-754B04A2CCD6}" dt="2024-07-03T18:00:37.300" v="821" actId="20577"/>
          <ac:spMkLst>
            <pc:docMk/>
            <pc:sldMk cId="3370274856" sldId="256"/>
            <ac:spMk id="5" creationId="{0035FC34-5C55-4BDF-80A1-BCCBAFF6D269}"/>
          </ac:spMkLst>
        </pc:spChg>
        <pc:spChg chg="mod">
          <ac:chgData name="Gautam, Bhoj R" userId="12df41df-f6ce-404f-ba8f-7efa450a3160" providerId="ADAL" clId="{948CEF12-779C-4720-AA41-754B04A2CCD6}" dt="2024-07-03T16:19:29.997" v="231" actId="14100"/>
          <ac:spMkLst>
            <pc:docMk/>
            <pc:sldMk cId="3370274856" sldId="256"/>
            <ac:spMk id="8" creationId="{00000000-0000-0000-0000-000000000000}"/>
          </ac:spMkLst>
        </pc:spChg>
        <pc:spChg chg="mod">
          <ac:chgData name="Gautam, Bhoj R" userId="12df41df-f6ce-404f-ba8f-7efa450a3160" providerId="ADAL" clId="{948CEF12-779C-4720-AA41-754B04A2CCD6}" dt="2024-07-03T17:49:32.924" v="749" actId="20577"/>
          <ac:spMkLst>
            <pc:docMk/>
            <pc:sldMk cId="3370274856" sldId="256"/>
            <ac:spMk id="10" creationId="{8D443C93-6C33-4447-3E1A-772B196F7D0D}"/>
          </ac:spMkLst>
        </pc:spChg>
        <pc:spChg chg="mod">
          <ac:chgData name="Gautam, Bhoj R" userId="12df41df-f6ce-404f-ba8f-7efa450a3160" providerId="ADAL" clId="{948CEF12-779C-4720-AA41-754B04A2CCD6}" dt="2024-07-03T16:19:36.984" v="236" actId="1036"/>
          <ac:spMkLst>
            <pc:docMk/>
            <pc:sldMk cId="3370274856" sldId="256"/>
            <ac:spMk id="12" creationId="{BC7664ED-0BAB-46BE-8F86-DF005E71809A}"/>
          </ac:spMkLst>
        </pc:spChg>
        <pc:spChg chg="del mod">
          <ac:chgData name="Gautam, Bhoj R" userId="12df41df-f6ce-404f-ba8f-7efa450a3160" providerId="ADAL" clId="{948CEF12-779C-4720-AA41-754B04A2CCD6}" dt="2024-07-03T17:11:16.895" v="713" actId="478"/>
          <ac:spMkLst>
            <pc:docMk/>
            <pc:sldMk cId="3370274856" sldId="256"/>
            <ac:spMk id="14" creationId="{1249B28D-D889-98D9-4C6D-50D82989C86A}"/>
          </ac:spMkLst>
        </pc:spChg>
        <pc:spChg chg="mod">
          <ac:chgData name="Gautam, Bhoj R" userId="12df41df-f6ce-404f-ba8f-7efa450a3160" providerId="ADAL" clId="{948CEF12-779C-4720-AA41-754B04A2CCD6}" dt="2024-07-12T19:14:33.408" v="841" actId="1076"/>
          <ac:spMkLst>
            <pc:docMk/>
            <pc:sldMk cId="3370274856" sldId="256"/>
            <ac:spMk id="17" creationId="{E4D84C10-1EE7-A22D-8516-28C1E696BDEB}"/>
          </ac:spMkLst>
        </pc:spChg>
        <pc:spChg chg="mod">
          <ac:chgData name="Gautam, Bhoj R" userId="12df41df-f6ce-404f-ba8f-7efa450a3160" providerId="ADAL" clId="{948CEF12-779C-4720-AA41-754B04A2CCD6}" dt="2024-07-03T16:56:37.240" v="540" actId="12"/>
          <ac:spMkLst>
            <pc:docMk/>
            <pc:sldMk cId="3370274856" sldId="256"/>
            <ac:spMk id="18" creationId="{081A53A7-4FE4-4970-B837-4FA36AED7072}"/>
          </ac:spMkLst>
        </pc:spChg>
        <pc:spChg chg="mod">
          <ac:chgData name="Gautam, Bhoj R" userId="12df41df-f6ce-404f-ba8f-7efa450a3160" providerId="ADAL" clId="{948CEF12-779C-4720-AA41-754B04A2CCD6}" dt="2024-07-03T16:19:17.849" v="230" actId="1036"/>
          <ac:spMkLst>
            <pc:docMk/>
            <pc:sldMk cId="3370274856" sldId="256"/>
            <ac:spMk id="19" creationId="{0D5C2D31-FF88-42A1-816E-BF6057D605A6}"/>
          </ac:spMkLst>
        </pc:spChg>
        <pc:spChg chg="mod">
          <ac:chgData name="Gautam, Bhoj R" userId="12df41df-f6ce-404f-ba8f-7efa450a3160" providerId="ADAL" clId="{948CEF12-779C-4720-AA41-754B04A2CCD6}" dt="2024-07-03T16:57:01.034" v="541" actId="20577"/>
          <ac:spMkLst>
            <pc:docMk/>
            <pc:sldMk cId="3370274856" sldId="256"/>
            <ac:spMk id="20" creationId="{0A8D5A63-65F5-1F72-8D43-137D1CCCC40A}"/>
          </ac:spMkLst>
        </pc:spChg>
        <pc:spChg chg="mod">
          <ac:chgData name="Gautam, Bhoj R" userId="12df41df-f6ce-404f-ba8f-7efa450a3160" providerId="ADAL" clId="{948CEF12-779C-4720-AA41-754B04A2CCD6}" dt="2024-07-03T17:11:21.889" v="715" actId="1076"/>
          <ac:spMkLst>
            <pc:docMk/>
            <pc:sldMk cId="3370274856" sldId="256"/>
            <ac:spMk id="22" creationId="{00000000-0000-0000-0000-000000000000}"/>
          </ac:spMkLst>
        </pc:spChg>
        <pc:spChg chg="mod">
          <ac:chgData name="Gautam, Bhoj R" userId="12df41df-f6ce-404f-ba8f-7efa450a3160" providerId="ADAL" clId="{948CEF12-779C-4720-AA41-754B04A2CCD6}" dt="2024-07-03T17:55:17.357" v="782" actId="14100"/>
          <ac:spMkLst>
            <pc:docMk/>
            <pc:sldMk cId="3370274856" sldId="256"/>
            <ac:spMk id="23" creationId="{00000000-0000-0000-0000-000000000000}"/>
          </ac:spMkLst>
        </pc:spChg>
        <pc:spChg chg="mod">
          <ac:chgData name="Gautam, Bhoj R" userId="12df41df-f6ce-404f-ba8f-7efa450a3160" providerId="ADAL" clId="{948CEF12-779C-4720-AA41-754B04A2CCD6}" dt="2024-07-03T16:55:33.657" v="520" actId="14100"/>
          <ac:spMkLst>
            <pc:docMk/>
            <pc:sldMk cId="3370274856" sldId="256"/>
            <ac:spMk id="26" creationId="{09AA7DAF-0F25-3C8F-9675-B79E6B3F2E34}"/>
          </ac:spMkLst>
        </pc:spChg>
        <pc:spChg chg="mod">
          <ac:chgData name="Gautam, Bhoj R" userId="12df41df-f6ce-404f-ba8f-7efa450a3160" providerId="ADAL" clId="{948CEF12-779C-4720-AA41-754B04A2CCD6}" dt="2024-07-12T19:14:33.408" v="841" actId="1076"/>
          <ac:spMkLst>
            <pc:docMk/>
            <pc:sldMk cId="3370274856" sldId="256"/>
            <ac:spMk id="29" creationId="{E7B764DD-ACA8-E64C-B819-32BE59565C6B}"/>
          </ac:spMkLst>
        </pc:spChg>
        <pc:spChg chg="mod">
          <ac:chgData name="Gautam, Bhoj R" userId="12df41df-f6ce-404f-ba8f-7efa450a3160" providerId="ADAL" clId="{948CEF12-779C-4720-AA41-754B04A2CCD6}" dt="2024-07-12T19:14:33.408" v="841" actId="1076"/>
          <ac:spMkLst>
            <pc:docMk/>
            <pc:sldMk cId="3370274856" sldId="256"/>
            <ac:spMk id="31" creationId="{8C6002A9-7C46-50E5-6E35-86F380E96452}"/>
          </ac:spMkLst>
        </pc:spChg>
        <pc:spChg chg="mod">
          <ac:chgData name="Gautam, Bhoj R" userId="12df41df-f6ce-404f-ba8f-7efa450a3160" providerId="ADAL" clId="{948CEF12-779C-4720-AA41-754B04A2CCD6}" dt="2024-07-03T17:51:15.068" v="762" actId="14100"/>
          <ac:spMkLst>
            <pc:docMk/>
            <pc:sldMk cId="3370274856" sldId="256"/>
            <ac:spMk id="33" creationId="{00000000-0000-0000-0000-000000000000}"/>
          </ac:spMkLst>
        </pc:spChg>
        <pc:spChg chg="mod">
          <ac:chgData name="Gautam, Bhoj R" userId="12df41df-f6ce-404f-ba8f-7efa450a3160" providerId="ADAL" clId="{948CEF12-779C-4720-AA41-754B04A2CCD6}" dt="2024-07-12T19:21:03.637" v="925" actId="20577"/>
          <ac:spMkLst>
            <pc:docMk/>
            <pc:sldMk cId="3370274856" sldId="256"/>
            <ac:spMk id="35" creationId="{FB5D70AF-86FD-F685-A584-FCE7C82DC9F7}"/>
          </ac:spMkLst>
        </pc:spChg>
        <pc:spChg chg="add del mod topLvl">
          <ac:chgData name="Gautam, Bhoj R" userId="12df41df-f6ce-404f-ba8f-7efa450a3160" providerId="ADAL" clId="{948CEF12-779C-4720-AA41-754B04A2CCD6}" dt="2024-07-12T19:14:18.910" v="838" actId="478"/>
          <ac:spMkLst>
            <pc:docMk/>
            <pc:sldMk cId="3370274856" sldId="256"/>
            <ac:spMk id="36" creationId="{16F03BD4-50D9-CC1D-5E1E-620268857B3C}"/>
          </ac:spMkLst>
        </pc:spChg>
        <pc:spChg chg="mod">
          <ac:chgData name="Gautam, Bhoj R" userId="12df41df-f6ce-404f-ba8f-7efa450a3160" providerId="ADAL" clId="{948CEF12-779C-4720-AA41-754B04A2CCD6}" dt="2024-07-03T17:11:32.993" v="716" actId="1076"/>
          <ac:spMkLst>
            <pc:docMk/>
            <pc:sldMk cId="3370274856" sldId="256"/>
            <ac:spMk id="38" creationId="{00000000-0000-0000-0000-000000000000}"/>
          </ac:spMkLst>
        </pc:spChg>
        <pc:spChg chg="add del mod topLvl">
          <ac:chgData name="Gautam, Bhoj R" userId="12df41df-f6ce-404f-ba8f-7efa450a3160" providerId="ADAL" clId="{948CEF12-779C-4720-AA41-754B04A2CCD6}" dt="2024-07-12T19:14:18.910" v="838" actId="478"/>
          <ac:spMkLst>
            <pc:docMk/>
            <pc:sldMk cId="3370274856" sldId="256"/>
            <ac:spMk id="40" creationId="{A1D2E57A-D004-5516-63A9-90E8D9B2B262}"/>
          </ac:spMkLst>
        </pc:spChg>
        <pc:spChg chg="mod">
          <ac:chgData name="Gautam, Bhoj R" userId="12df41df-f6ce-404f-ba8f-7efa450a3160" providerId="ADAL" clId="{948CEF12-779C-4720-AA41-754B04A2CCD6}" dt="2024-07-12T19:23:26.513" v="944" actId="1036"/>
          <ac:spMkLst>
            <pc:docMk/>
            <pc:sldMk cId="3370274856" sldId="256"/>
            <ac:spMk id="46" creationId="{E872158F-4883-0F90-6515-C26FC249DA53}"/>
          </ac:spMkLst>
        </pc:spChg>
        <pc:spChg chg="add mod">
          <ac:chgData name="Gautam, Bhoj R" userId="12df41df-f6ce-404f-ba8f-7efa450a3160" providerId="ADAL" clId="{948CEF12-779C-4720-AA41-754B04A2CCD6}" dt="2024-07-03T17:57:08.942" v="791" actId="14100"/>
          <ac:spMkLst>
            <pc:docMk/>
            <pc:sldMk cId="3370274856" sldId="256"/>
            <ac:spMk id="48" creationId="{9B8EB243-8C32-4C09-089B-09ED61D539A8}"/>
          </ac:spMkLst>
        </pc:spChg>
        <pc:spChg chg="mod">
          <ac:chgData name="Gautam, Bhoj R" userId="12df41df-f6ce-404f-ba8f-7efa450a3160" providerId="ADAL" clId="{948CEF12-779C-4720-AA41-754B04A2CCD6}" dt="2024-07-12T19:23:26.513" v="944" actId="1036"/>
          <ac:spMkLst>
            <pc:docMk/>
            <pc:sldMk cId="3370274856" sldId="256"/>
            <ac:spMk id="49" creationId="{A5C58DE9-10F2-595E-6652-DBC65830400B}"/>
          </ac:spMkLst>
        </pc:spChg>
        <pc:spChg chg="mod">
          <ac:chgData name="Gautam, Bhoj R" userId="12df41df-f6ce-404f-ba8f-7efa450a3160" providerId="ADAL" clId="{948CEF12-779C-4720-AA41-754B04A2CCD6}" dt="2024-07-12T19:23:26.513" v="944" actId="1036"/>
          <ac:spMkLst>
            <pc:docMk/>
            <pc:sldMk cId="3370274856" sldId="256"/>
            <ac:spMk id="51" creationId="{59092236-7384-759E-DACD-8B29E260441D}"/>
          </ac:spMkLst>
        </pc:spChg>
        <pc:spChg chg="mod">
          <ac:chgData name="Gautam, Bhoj R" userId="12df41df-f6ce-404f-ba8f-7efa450a3160" providerId="ADAL" clId="{948CEF12-779C-4720-AA41-754B04A2CCD6}" dt="2024-07-12T19:17:16.733" v="850" actId="14100"/>
          <ac:spMkLst>
            <pc:docMk/>
            <pc:sldMk cId="3370274856" sldId="256"/>
            <ac:spMk id="55" creationId="{00000000-0000-0000-0000-000000000000}"/>
          </ac:spMkLst>
        </pc:spChg>
        <pc:spChg chg="mod">
          <ac:chgData name="Gautam, Bhoj R" userId="12df41df-f6ce-404f-ba8f-7efa450a3160" providerId="ADAL" clId="{948CEF12-779C-4720-AA41-754B04A2CCD6}" dt="2024-07-03T17:57:42.913" v="795" actId="14100"/>
          <ac:spMkLst>
            <pc:docMk/>
            <pc:sldMk cId="3370274856" sldId="256"/>
            <ac:spMk id="60" creationId="{0F6FAED0-79F9-4023-A782-8D9A13E46F37}"/>
          </ac:spMkLst>
        </pc:spChg>
        <pc:spChg chg="mod">
          <ac:chgData name="Gautam, Bhoj R" userId="12df41df-f6ce-404f-ba8f-7efa450a3160" providerId="ADAL" clId="{948CEF12-779C-4720-AA41-754B04A2CCD6}" dt="2024-07-03T16:03:29.945" v="195" actId="1076"/>
          <ac:spMkLst>
            <pc:docMk/>
            <pc:sldMk cId="3370274856" sldId="256"/>
            <ac:spMk id="68" creationId="{3B5FCBAF-A155-431C-B1E5-652954474D0D}"/>
          </ac:spMkLst>
        </pc:spChg>
        <pc:spChg chg="mod">
          <ac:chgData name="Gautam, Bhoj R" userId="12df41df-f6ce-404f-ba8f-7efa450a3160" providerId="ADAL" clId="{948CEF12-779C-4720-AA41-754B04A2CCD6}" dt="2024-07-03T16:02:59.300" v="190" actId="14100"/>
          <ac:spMkLst>
            <pc:docMk/>
            <pc:sldMk cId="3370274856" sldId="256"/>
            <ac:spMk id="71" creationId="{5379F401-6A9A-4042-99CA-0B8544C41820}"/>
          </ac:spMkLst>
        </pc:spChg>
        <pc:spChg chg="mod">
          <ac:chgData name="Gautam, Bhoj R" userId="12df41df-f6ce-404f-ba8f-7efa450a3160" providerId="ADAL" clId="{948CEF12-779C-4720-AA41-754B04A2CCD6}" dt="2024-07-03T17:56:16.105" v="785" actId="21"/>
          <ac:spMkLst>
            <pc:docMk/>
            <pc:sldMk cId="3370274856" sldId="256"/>
            <ac:spMk id="73" creationId="{857CA6E8-98E8-42FF-9B6E-CCC4AD82C303}"/>
          </ac:spMkLst>
        </pc:spChg>
        <pc:spChg chg="mod">
          <ac:chgData name="Gautam, Bhoj R" userId="12df41df-f6ce-404f-ba8f-7efa450a3160" providerId="ADAL" clId="{948CEF12-779C-4720-AA41-754B04A2CCD6}" dt="2024-07-03T16:58:14.821" v="581" actId="20577"/>
          <ac:spMkLst>
            <pc:docMk/>
            <pc:sldMk cId="3370274856" sldId="256"/>
            <ac:spMk id="81" creationId="{68E52139-CF5B-4F16-B2AA-638D723F3C59}"/>
          </ac:spMkLst>
        </pc:spChg>
        <pc:spChg chg="mod">
          <ac:chgData name="Gautam, Bhoj R" userId="12df41df-f6ce-404f-ba8f-7efa450a3160" providerId="ADAL" clId="{948CEF12-779C-4720-AA41-754B04A2CCD6}" dt="2024-07-03T17:55:24.987" v="783" actId="1076"/>
          <ac:spMkLst>
            <pc:docMk/>
            <pc:sldMk cId="3370274856" sldId="256"/>
            <ac:spMk id="184" creationId="{00000000-0000-0000-0000-000000000000}"/>
          </ac:spMkLst>
        </pc:spChg>
        <pc:grpChg chg="add del mod">
          <ac:chgData name="Gautam, Bhoj R" userId="12df41df-f6ce-404f-ba8f-7efa450a3160" providerId="ADAL" clId="{948CEF12-779C-4720-AA41-754B04A2CCD6}" dt="2024-07-12T19:15:19.534" v="844" actId="478"/>
          <ac:grpSpMkLst>
            <pc:docMk/>
            <pc:sldMk cId="3370274856" sldId="256"/>
            <ac:grpSpMk id="9" creationId="{600025EE-A86C-68C0-E554-D90D33F767E8}"/>
          </ac:grpSpMkLst>
        </pc:grpChg>
        <pc:grpChg chg="add mod">
          <ac:chgData name="Gautam, Bhoj R" userId="12df41df-f6ce-404f-ba8f-7efa450a3160" providerId="ADAL" clId="{948CEF12-779C-4720-AA41-754B04A2CCD6}" dt="2024-07-03T16:53:35.670" v="517" actId="164"/>
          <ac:grpSpMkLst>
            <pc:docMk/>
            <pc:sldMk cId="3370274856" sldId="256"/>
            <ac:grpSpMk id="28" creationId="{F1EC1CBE-3F56-D69B-2AE0-793D1CDC6997}"/>
          </ac:grpSpMkLst>
        </pc:grpChg>
        <pc:grpChg chg="add mod">
          <ac:chgData name="Gautam, Bhoj R" userId="12df41df-f6ce-404f-ba8f-7efa450a3160" providerId="ADAL" clId="{948CEF12-779C-4720-AA41-754B04A2CCD6}" dt="2024-07-12T19:23:26.513" v="944" actId="1036"/>
          <ac:grpSpMkLst>
            <pc:docMk/>
            <pc:sldMk cId="3370274856" sldId="256"/>
            <ac:grpSpMk id="34" creationId="{5F99D8A0-824E-6A9A-8020-DB7B252E0513}"/>
          </ac:grpSpMkLst>
        </pc:grpChg>
        <pc:grpChg chg="del">
          <ac:chgData name="Gautam, Bhoj R" userId="12df41df-f6ce-404f-ba8f-7efa450a3160" providerId="ADAL" clId="{948CEF12-779C-4720-AA41-754B04A2CCD6}" dt="2024-07-12T19:09:04.720" v="834" actId="165"/>
          <ac:grpSpMkLst>
            <pc:docMk/>
            <pc:sldMk cId="3370274856" sldId="256"/>
            <ac:grpSpMk id="41" creationId="{422945F0-5EC7-B640-3343-3615C74E5014}"/>
          </ac:grpSpMkLst>
        </pc:grpChg>
        <pc:picChg chg="add mod">
          <ac:chgData name="Gautam, Bhoj R" userId="12df41df-f6ce-404f-ba8f-7efa450a3160" providerId="ADAL" clId="{948CEF12-779C-4720-AA41-754B04A2CCD6}" dt="2024-07-03T18:03:18.103" v="833" actId="1035"/>
          <ac:picMkLst>
            <pc:docMk/>
            <pc:sldMk cId="3370274856" sldId="256"/>
            <ac:picMk id="6" creationId="{BC96B807-B39C-E2CF-1A6F-C2DD3A8C0399}"/>
          </ac:picMkLst>
        </pc:picChg>
        <pc:picChg chg="add mod">
          <ac:chgData name="Gautam, Bhoj R" userId="12df41df-f6ce-404f-ba8f-7efa450a3160" providerId="ADAL" clId="{948CEF12-779C-4720-AA41-754B04A2CCD6}" dt="2024-07-03T16:05:28.507" v="214" actId="14100"/>
          <ac:picMkLst>
            <pc:docMk/>
            <pc:sldMk cId="3370274856" sldId="256"/>
            <ac:picMk id="7" creationId="{D1E2F96F-36FD-0426-7AB6-A793E3BC9D96}"/>
          </ac:picMkLst>
        </pc:picChg>
        <pc:picChg chg="add mod">
          <ac:chgData name="Gautam, Bhoj R" userId="12df41df-f6ce-404f-ba8f-7efa450a3160" providerId="ADAL" clId="{948CEF12-779C-4720-AA41-754B04A2CCD6}" dt="2024-07-03T16:41:57.737" v="239" actId="1076"/>
          <ac:picMkLst>
            <pc:docMk/>
            <pc:sldMk cId="3370274856" sldId="256"/>
            <ac:picMk id="11" creationId="{7E2A60E6-E32F-34D9-59C1-64073C4D62A1}"/>
          </ac:picMkLst>
        </pc:picChg>
        <pc:picChg chg="del">
          <ac:chgData name="Gautam, Bhoj R" userId="12df41df-f6ce-404f-ba8f-7efa450a3160" providerId="ADAL" clId="{948CEF12-779C-4720-AA41-754B04A2CCD6}" dt="2024-07-03T17:08:47.255" v="642" actId="478"/>
          <ac:picMkLst>
            <pc:docMk/>
            <pc:sldMk cId="3370274856" sldId="256"/>
            <ac:picMk id="13" creationId="{10CA55D8-C93B-1A07-CFD1-A4FC3BA54912}"/>
          </ac:picMkLst>
        </pc:picChg>
        <pc:picChg chg="mod">
          <ac:chgData name="Gautam, Bhoj R" userId="12df41df-f6ce-404f-ba8f-7efa450a3160" providerId="ADAL" clId="{948CEF12-779C-4720-AA41-754B04A2CCD6}" dt="2024-07-12T19:14:33.408" v="841" actId="1076"/>
          <ac:picMkLst>
            <pc:docMk/>
            <pc:sldMk cId="3370274856" sldId="256"/>
            <ac:picMk id="13" creationId="{30F8C43F-F48E-EAB5-AEB1-ECF55E9897F0}"/>
          </ac:picMkLst>
        </pc:picChg>
        <pc:picChg chg="mod">
          <ac:chgData name="Gautam, Bhoj R" userId="12df41df-f6ce-404f-ba8f-7efa450a3160" providerId="ADAL" clId="{948CEF12-779C-4720-AA41-754B04A2CCD6}" dt="2024-07-12T19:14:33.408" v="841" actId="1076"/>
          <ac:picMkLst>
            <pc:docMk/>
            <pc:sldMk cId="3370274856" sldId="256"/>
            <ac:picMk id="14" creationId="{D8A69589-85A2-9823-5C95-CF06438C15B0}"/>
          </ac:picMkLst>
        </pc:picChg>
        <pc:picChg chg="mod">
          <ac:chgData name="Gautam, Bhoj R" userId="12df41df-f6ce-404f-ba8f-7efa450a3160" providerId="ADAL" clId="{948CEF12-779C-4720-AA41-754B04A2CCD6}" dt="2024-07-03T18:03:14.005" v="828" actId="1035"/>
          <ac:picMkLst>
            <pc:docMk/>
            <pc:sldMk cId="3370274856" sldId="256"/>
            <ac:picMk id="15" creationId="{C2EB2AA9-D6D4-52F3-CE11-D84CF53D4D35}"/>
          </ac:picMkLst>
        </pc:picChg>
        <pc:picChg chg="add mod">
          <ac:chgData name="Gautam, Bhoj R" userId="12df41df-f6ce-404f-ba8f-7efa450a3160" providerId="ADAL" clId="{948CEF12-779C-4720-AA41-754B04A2CCD6}" dt="2024-07-03T16:53:35.670" v="517" actId="164"/>
          <ac:picMkLst>
            <pc:docMk/>
            <pc:sldMk cId="3370274856" sldId="256"/>
            <ac:picMk id="16" creationId="{A4C5D585-024C-03AC-1E52-B0D9271B2127}"/>
          </ac:picMkLst>
        </pc:picChg>
        <pc:picChg chg="add del mod">
          <ac:chgData name="Gautam, Bhoj R" userId="12df41df-f6ce-404f-ba8f-7efa450a3160" providerId="ADAL" clId="{948CEF12-779C-4720-AA41-754B04A2CCD6}" dt="2024-07-03T17:43:17.019" v="717" actId="478"/>
          <ac:picMkLst>
            <pc:docMk/>
            <pc:sldMk cId="3370274856" sldId="256"/>
            <ac:picMk id="29" creationId="{D23EBADF-A7B0-106B-04A3-336A6F7AE37E}"/>
          </ac:picMkLst>
        </pc:picChg>
        <pc:picChg chg="add del mod">
          <ac:chgData name="Gautam, Bhoj R" userId="12df41df-f6ce-404f-ba8f-7efa450a3160" providerId="ADAL" clId="{948CEF12-779C-4720-AA41-754B04A2CCD6}" dt="2024-07-03T17:43:43.153" v="725" actId="478"/>
          <ac:picMkLst>
            <pc:docMk/>
            <pc:sldMk cId="3370274856" sldId="256"/>
            <ac:picMk id="31" creationId="{59610DC8-296D-7B1F-B747-FF9C32A31C6B}"/>
          </ac:picMkLst>
        </pc:picChg>
        <pc:picChg chg="add del mod topLvl">
          <ac:chgData name="Gautam, Bhoj R" userId="12df41df-f6ce-404f-ba8f-7efa450a3160" providerId="ADAL" clId="{948CEF12-779C-4720-AA41-754B04A2CCD6}" dt="2024-07-12T19:09:12.023" v="837" actId="478"/>
          <ac:picMkLst>
            <pc:docMk/>
            <pc:sldMk cId="3370274856" sldId="256"/>
            <ac:picMk id="32" creationId="{BC8A6508-B5A4-37EA-AFC2-7209A1B5AAEB}"/>
          </ac:picMkLst>
        </pc:picChg>
        <pc:picChg chg="mod">
          <ac:chgData name="Gautam, Bhoj R" userId="12df41df-f6ce-404f-ba8f-7efa450a3160" providerId="ADAL" clId="{948CEF12-779C-4720-AA41-754B04A2CCD6}" dt="2024-07-03T16:04:27.236" v="208" actId="1035"/>
          <ac:picMkLst>
            <pc:docMk/>
            <pc:sldMk cId="3370274856" sldId="256"/>
            <ac:picMk id="37" creationId="{9F0D3F37-4EC8-4330-BAAC-96FD61971483}"/>
          </ac:picMkLst>
        </pc:picChg>
        <pc:picChg chg="add del mod">
          <ac:chgData name="Gautam, Bhoj R" userId="12df41df-f6ce-404f-ba8f-7efa450a3160" providerId="ADAL" clId="{948CEF12-779C-4720-AA41-754B04A2CCD6}" dt="2024-07-03T17:44:49.914" v="738" actId="478"/>
          <ac:picMkLst>
            <pc:docMk/>
            <pc:sldMk cId="3370274856" sldId="256"/>
            <ac:picMk id="39" creationId="{2524F864-B452-9523-4744-145258B0B973}"/>
          </ac:picMkLst>
        </pc:picChg>
        <pc:picChg chg="mod">
          <ac:chgData name="Gautam, Bhoj R" userId="12df41df-f6ce-404f-ba8f-7efa450a3160" providerId="ADAL" clId="{948CEF12-779C-4720-AA41-754B04A2CCD6}" dt="2024-07-12T19:23:26.513" v="944" actId="1036"/>
          <ac:picMkLst>
            <pc:docMk/>
            <pc:sldMk cId="3370274856" sldId="256"/>
            <ac:picMk id="39" creationId="{6CC6C22B-0532-C6E7-D369-2FD01D4F3F0D}"/>
          </ac:picMkLst>
        </pc:picChg>
        <pc:picChg chg="mod">
          <ac:chgData name="Gautam, Bhoj R" userId="12df41df-f6ce-404f-ba8f-7efa450a3160" providerId="ADAL" clId="{948CEF12-779C-4720-AA41-754B04A2CCD6}" dt="2024-07-12T19:23:26.513" v="944" actId="1036"/>
          <ac:picMkLst>
            <pc:docMk/>
            <pc:sldMk cId="3370274856" sldId="256"/>
            <ac:picMk id="42" creationId="{0BB74A7B-D264-2BBA-A025-3243E445828E}"/>
          </ac:picMkLst>
        </pc:picChg>
        <pc:picChg chg="mod">
          <ac:chgData name="Gautam, Bhoj R" userId="12df41df-f6ce-404f-ba8f-7efa450a3160" providerId="ADAL" clId="{948CEF12-779C-4720-AA41-754B04A2CCD6}" dt="2024-07-03T16:53:35.670" v="517" actId="164"/>
          <ac:picMkLst>
            <pc:docMk/>
            <pc:sldMk cId="3370274856" sldId="256"/>
            <ac:picMk id="43" creationId="{2E70424A-B288-9A2B-EDD6-CE7770E8EC1E}"/>
          </ac:picMkLst>
        </pc:picChg>
        <pc:picChg chg="mod">
          <ac:chgData name="Gautam, Bhoj R" userId="12df41df-f6ce-404f-ba8f-7efa450a3160" providerId="ADAL" clId="{948CEF12-779C-4720-AA41-754B04A2CCD6}" dt="2024-07-03T16:53:35.670" v="517" actId="164"/>
          <ac:picMkLst>
            <pc:docMk/>
            <pc:sldMk cId="3370274856" sldId="256"/>
            <ac:picMk id="44" creationId="{9432212B-7C19-A2AE-020F-77EDD85E7CA4}"/>
          </ac:picMkLst>
        </pc:picChg>
        <pc:picChg chg="del">
          <ac:chgData name="Gautam, Bhoj R" userId="12df41df-f6ce-404f-ba8f-7efa450a3160" providerId="ADAL" clId="{948CEF12-779C-4720-AA41-754B04A2CCD6}" dt="2024-07-03T16:41:54.409" v="238" actId="478"/>
          <ac:picMkLst>
            <pc:docMk/>
            <pc:sldMk cId="3370274856" sldId="256"/>
            <ac:picMk id="46" creationId="{BCD65ED1-C0E9-7287-6D69-6866B835F5EF}"/>
          </ac:picMkLst>
        </pc:picChg>
        <pc:picChg chg="add mod">
          <ac:chgData name="Gautam, Bhoj R" userId="12df41df-f6ce-404f-ba8f-7efa450a3160" providerId="ADAL" clId="{948CEF12-779C-4720-AA41-754B04A2CCD6}" dt="2024-07-03T17:47:06.812" v="745" actId="1076"/>
          <ac:picMkLst>
            <pc:docMk/>
            <pc:sldMk cId="3370274856" sldId="256"/>
            <ac:picMk id="47" creationId="{6AA51EE3-87CB-74F8-B762-B19881E7FF27}"/>
          </ac:picMkLst>
        </pc:picChg>
        <pc:cxnChg chg="add mod">
          <ac:chgData name="Gautam, Bhoj R" userId="12df41df-f6ce-404f-ba8f-7efa450a3160" providerId="ADAL" clId="{948CEF12-779C-4720-AA41-754B04A2CCD6}" dt="2024-07-03T16:53:35.670" v="517" actId="164"/>
          <ac:cxnSpMkLst>
            <pc:docMk/>
            <pc:sldMk cId="3370274856" sldId="256"/>
            <ac:cxnSpMk id="24" creationId="{18E67351-E0EF-B0A0-F420-54A5BC802478}"/>
          </ac:cxnSpMkLst>
        </pc:cxnChg>
        <pc:cxnChg chg="add mod">
          <ac:chgData name="Gautam, Bhoj R" userId="12df41df-f6ce-404f-ba8f-7efa450a3160" providerId="ADAL" clId="{948CEF12-779C-4720-AA41-754B04A2CCD6}" dt="2024-07-03T16:53:35.670" v="517" actId="164"/>
          <ac:cxnSpMkLst>
            <pc:docMk/>
            <pc:sldMk cId="3370274856" sldId="256"/>
            <ac:cxnSpMk id="25" creationId="{27E1B8BC-75D9-95D7-7FAE-3BD8DF5FF1A0}"/>
          </ac:cxnSpMkLst>
        </pc:cxnChg>
        <pc:cxnChg chg="mod">
          <ac:chgData name="Gautam, Bhoj R" userId="12df41df-f6ce-404f-ba8f-7efa450a3160" providerId="ADAL" clId="{948CEF12-779C-4720-AA41-754B04A2CCD6}" dt="2024-07-12T19:14:33.408" v="841" actId="1076"/>
          <ac:cxnSpMkLst>
            <pc:docMk/>
            <pc:sldMk cId="3370274856" sldId="256"/>
            <ac:cxnSpMk id="30" creationId="{0914B339-3243-F4EA-761F-CFBF40DB3F3A}"/>
          </ac:cxnSpMkLst>
        </pc:cxnChg>
        <pc:cxnChg chg="mod">
          <ac:chgData name="Gautam, Bhoj R" userId="12df41df-f6ce-404f-ba8f-7efa450a3160" providerId="ADAL" clId="{948CEF12-779C-4720-AA41-754B04A2CCD6}" dt="2024-07-12T19:23:26.513" v="944" actId="1036"/>
          <ac:cxnSpMkLst>
            <pc:docMk/>
            <pc:sldMk cId="3370274856" sldId="256"/>
            <ac:cxnSpMk id="50" creationId="{E3DD306E-951E-6D98-F1F0-567286CD4991}"/>
          </ac:cxnSpMkLst>
        </pc:cxnChg>
      </pc:sldChg>
    </pc:docChg>
  </pc:docChgLst>
  <pc:docChgLst>
    <pc:chgData name="Gautam, Bhoj R" userId="12df41df-f6ce-404f-ba8f-7efa450a3160" providerId="ADAL" clId="{A4127EBE-935D-4C5D-94BC-84D33228A406}"/>
    <pc:docChg chg="custSel modSld">
      <pc:chgData name="Gautam, Bhoj R" userId="12df41df-f6ce-404f-ba8f-7efa450a3160" providerId="ADAL" clId="{A4127EBE-935D-4C5D-94BC-84D33228A406}" dt="2024-02-26T22:33:20.349" v="265" actId="20577"/>
      <pc:docMkLst>
        <pc:docMk/>
      </pc:docMkLst>
      <pc:sldChg chg="addSp delSp modSp mod">
        <pc:chgData name="Gautam, Bhoj R" userId="12df41df-f6ce-404f-ba8f-7efa450a3160" providerId="ADAL" clId="{A4127EBE-935D-4C5D-94BC-84D33228A406}" dt="2024-02-26T22:33:20.349" v="265" actId="20577"/>
        <pc:sldMkLst>
          <pc:docMk/>
          <pc:sldMk cId="3370274856" sldId="256"/>
        </pc:sldMkLst>
        <pc:spChg chg="mod">
          <ac:chgData name="Gautam, Bhoj R" userId="12df41df-f6ce-404f-ba8f-7efa450a3160" providerId="ADAL" clId="{A4127EBE-935D-4C5D-94BC-84D33228A406}" dt="2024-02-26T22:33:20.349" v="265" actId="20577"/>
          <ac:spMkLst>
            <pc:docMk/>
            <pc:sldMk cId="3370274856" sldId="256"/>
            <ac:spMk id="5" creationId="{0035FC34-5C55-4BDF-80A1-BCCBAFF6D269}"/>
          </ac:spMkLst>
        </pc:spChg>
        <pc:spChg chg="mod">
          <ac:chgData name="Gautam, Bhoj R" userId="12df41df-f6ce-404f-ba8f-7efa450a3160" providerId="ADAL" clId="{A4127EBE-935D-4C5D-94BC-84D33228A406}" dt="2024-02-26T22:25:27.230" v="206" actId="1035"/>
          <ac:spMkLst>
            <pc:docMk/>
            <pc:sldMk cId="3370274856" sldId="256"/>
            <ac:spMk id="14" creationId="{1249B28D-D889-98D9-4C6D-50D82989C86A}"/>
          </ac:spMkLst>
        </pc:spChg>
        <pc:spChg chg="mod">
          <ac:chgData name="Gautam, Bhoj R" userId="12df41df-f6ce-404f-ba8f-7efa450a3160" providerId="ADAL" clId="{A4127EBE-935D-4C5D-94BC-84D33228A406}" dt="2024-02-26T22:31:32.317" v="209" actId="20577"/>
          <ac:spMkLst>
            <pc:docMk/>
            <pc:sldMk cId="3370274856" sldId="256"/>
            <ac:spMk id="38" creationId="{00000000-0000-0000-0000-000000000000}"/>
          </ac:spMkLst>
        </pc:spChg>
        <pc:picChg chg="del">
          <ac:chgData name="Gautam, Bhoj R" userId="12df41df-f6ce-404f-ba8f-7efa450a3160" providerId="ADAL" clId="{A4127EBE-935D-4C5D-94BC-84D33228A406}" dt="2024-02-26T22:04:43.115" v="0" actId="478"/>
          <ac:picMkLst>
            <pc:docMk/>
            <pc:sldMk cId="3370274856" sldId="256"/>
            <ac:picMk id="6" creationId="{92336037-4769-AE7C-E775-C813CC7C0251}"/>
          </ac:picMkLst>
        </pc:picChg>
        <pc:picChg chg="add del mod">
          <ac:chgData name="Gautam, Bhoj R" userId="12df41df-f6ce-404f-ba8f-7efa450a3160" providerId="ADAL" clId="{A4127EBE-935D-4C5D-94BC-84D33228A406}" dt="2024-02-26T22:10:03.498" v="32" actId="478"/>
          <ac:picMkLst>
            <pc:docMk/>
            <pc:sldMk cId="3370274856" sldId="256"/>
            <ac:picMk id="9" creationId="{94FCC653-F986-B5A0-6D1D-DD2A6A7D45CD}"/>
          </ac:picMkLst>
        </pc:picChg>
        <pc:picChg chg="add mod">
          <ac:chgData name="Gautam, Bhoj R" userId="12df41df-f6ce-404f-ba8f-7efa450a3160" providerId="ADAL" clId="{A4127EBE-935D-4C5D-94BC-84D33228A406}" dt="2024-02-26T22:25:16.371" v="188" actId="1035"/>
          <ac:picMkLst>
            <pc:docMk/>
            <pc:sldMk cId="3370274856" sldId="256"/>
            <ac:picMk id="13" creationId="{10CA55D8-C93B-1A07-CFD1-A4FC3BA54912}"/>
          </ac:picMkLst>
        </pc:picChg>
      </pc:sldChg>
    </pc:docChg>
  </pc:docChgLst>
  <pc:docChgLst>
    <pc:chgData name="Gautam, Bhoj R" userId="12df41df-f6ce-404f-ba8f-7efa450a3160" providerId="ADAL" clId="{6748B69D-E917-439E-9F51-80E75216DE16}"/>
    <pc:docChg chg="modSld">
      <pc:chgData name="Gautam, Bhoj R" userId="12df41df-f6ce-404f-ba8f-7efa450a3160" providerId="ADAL" clId="{6748B69D-E917-439E-9F51-80E75216DE16}" dt="2024-07-15T12:29:13.441" v="11" actId="1036"/>
      <pc:docMkLst>
        <pc:docMk/>
      </pc:docMkLst>
      <pc:sldChg chg="modSp mod">
        <pc:chgData name="Gautam, Bhoj R" userId="12df41df-f6ce-404f-ba8f-7efa450a3160" providerId="ADAL" clId="{6748B69D-E917-439E-9F51-80E75216DE16}" dt="2024-07-15T12:29:13.441" v="11" actId="1036"/>
        <pc:sldMkLst>
          <pc:docMk/>
          <pc:sldMk cId="3370274856" sldId="256"/>
        </pc:sldMkLst>
        <pc:spChg chg="mod">
          <ac:chgData name="Gautam, Bhoj R" userId="12df41df-f6ce-404f-ba8f-7efa450a3160" providerId="ADAL" clId="{6748B69D-E917-439E-9F51-80E75216DE16}" dt="2024-07-15T12:19:12.911" v="6" actId="14100"/>
          <ac:spMkLst>
            <pc:docMk/>
            <pc:sldMk cId="3370274856" sldId="256"/>
            <ac:spMk id="20" creationId="{0A8D5A63-65F5-1F72-8D43-137D1CCCC40A}"/>
          </ac:spMkLst>
        </pc:spChg>
        <pc:spChg chg="mod">
          <ac:chgData name="Gautam, Bhoj R" userId="12df41df-f6ce-404f-ba8f-7efa450a3160" providerId="ADAL" clId="{6748B69D-E917-439E-9F51-80E75216DE16}" dt="2024-07-15T12:18:39.266" v="4" actId="14100"/>
          <ac:spMkLst>
            <pc:docMk/>
            <pc:sldMk cId="3370274856" sldId="256"/>
            <ac:spMk id="26" creationId="{09AA7DAF-0F25-3C8F-9675-B79E6B3F2E34}"/>
          </ac:spMkLst>
        </pc:spChg>
        <pc:spChg chg="mod">
          <ac:chgData name="Gautam, Bhoj R" userId="12df41df-f6ce-404f-ba8f-7efa450a3160" providerId="ADAL" clId="{6748B69D-E917-439E-9F51-80E75216DE16}" dt="2024-07-15T12:18:29.908" v="3" actId="14100"/>
          <ac:spMkLst>
            <pc:docMk/>
            <pc:sldMk cId="3370274856" sldId="256"/>
            <ac:spMk id="54" creationId="{0DD29062-CE5C-4FB6-B21E-962581B655DE}"/>
          </ac:spMkLst>
        </pc:spChg>
        <pc:spChg chg="mod">
          <ac:chgData name="Gautam, Bhoj R" userId="12df41df-f6ce-404f-ba8f-7efa450a3160" providerId="ADAL" clId="{6748B69D-E917-439E-9F51-80E75216DE16}" dt="2024-07-15T12:19:36.203" v="7" actId="14100"/>
          <ac:spMkLst>
            <pc:docMk/>
            <pc:sldMk cId="3370274856" sldId="256"/>
            <ac:spMk id="55" creationId="{00000000-0000-0000-0000-000000000000}"/>
          </ac:spMkLst>
        </pc:spChg>
        <pc:spChg chg="mod">
          <ac:chgData name="Gautam, Bhoj R" userId="12df41df-f6ce-404f-ba8f-7efa450a3160" providerId="ADAL" clId="{6748B69D-E917-439E-9F51-80E75216DE16}" dt="2024-07-15T12:21:34.618" v="8" actId="1076"/>
          <ac:spMkLst>
            <pc:docMk/>
            <pc:sldMk cId="3370274856" sldId="256"/>
            <ac:spMk id="60" creationId="{0F6FAED0-79F9-4023-A782-8D9A13E46F37}"/>
          </ac:spMkLst>
        </pc:spChg>
        <pc:spChg chg="mod">
          <ac:chgData name="Gautam, Bhoj R" userId="12df41df-f6ce-404f-ba8f-7efa450a3160" providerId="ADAL" clId="{6748B69D-E917-439E-9F51-80E75216DE16}" dt="2024-07-15T12:18:23.549" v="2" actId="1076"/>
          <ac:spMkLst>
            <pc:docMk/>
            <pc:sldMk cId="3370274856" sldId="256"/>
            <ac:spMk id="74" creationId="{EDE19D5D-01F5-4D93-925B-FDC37B7584D8}"/>
          </ac:spMkLst>
        </pc:spChg>
        <pc:picChg chg="mod">
          <ac:chgData name="Gautam, Bhoj R" userId="12df41df-f6ce-404f-ba8f-7efa450a3160" providerId="ADAL" clId="{6748B69D-E917-439E-9F51-80E75216DE16}" dt="2024-07-15T12:29:13.441" v="11" actId="1036"/>
          <ac:picMkLst>
            <pc:docMk/>
            <pc:sldMk cId="3370274856" sldId="256"/>
            <ac:picMk id="37" creationId="{9F0D3F37-4EC8-4330-BAAC-96FD619714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9EF0D-B5DC-426A-9325-4CE28BC082D8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CC6C5-B7B7-4A6A-B2C4-574F07BD9A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8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CC6C5-B7B7-4A6A-B2C4-574F07BD9A6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5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40637" y="-40644"/>
            <a:ext cx="44022317" cy="32999688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6859" y="11541763"/>
            <a:ext cx="27968251" cy="7902250"/>
          </a:xfrm>
        </p:spPr>
        <p:txBody>
          <a:bodyPr anchor="b">
            <a:noAutofit/>
          </a:bodyPr>
          <a:lstStyle>
            <a:lvl1pPr algn="r">
              <a:defRPr sz="2592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26859" y="19444006"/>
            <a:ext cx="27968251" cy="5265115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6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72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3" y="12964169"/>
            <a:ext cx="30469032" cy="8767589"/>
          </a:xfrm>
        </p:spPr>
        <p:txBody>
          <a:bodyPr anchor="b"/>
          <a:lstStyle>
            <a:lvl1pPr algn="l">
              <a:defRPr sz="19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0"/>
            <a:ext cx="30469032" cy="4129920"/>
          </a:xfrm>
        </p:spPr>
        <p:txBody>
          <a:bodyPr anchor="t"/>
          <a:lstStyle>
            <a:lvl1pPr marL="0" indent="0" algn="l">
              <a:buNone/>
              <a:defRPr sz="9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4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0" y="2926080"/>
            <a:ext cx="30469027" cy="6339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6083" y="10370827"/>
            <a:ext cx="14822923" cy="18627706"/>
          </a:xfrm>
        </p:spPr>
        <p:txBody>
          <a:bodyPr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  <a:lvl6pPr>
              <a:defRPr sz="5760"/>
            </a:lvl6pPr>
            <a:lvl7pPr>
              <a:defRPr sz="5760"/>
            </a:lvl7pPr>
            <a:lvl8pPr>
              <a:defRPr sz="5760"/>
            </a:lvl8pPr>
            <a:lvl9pPr>
              <a:defRPr sz="5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72179" y="10370835"/>
            <a:ext cx="14822928" cy="18627710"/>
          </a:xfrm>
        </p:spPr>
        <p:txBody>
          <a:bodyPr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  <a:lvl6pPr>
              <a:defRPr sz="5760"/>
            </a:lvl6pPr>
            <a:lvl7pPr>
              <a:defRPr sz="5760"/>
            </a:lvl7pPr>
            <a:lvl8pPr>
              <a:defRPr sz="5760"/>
            </a:lvl8pPr>
            <a:lvl9pPr>
              <a:defRPr sz="5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0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8" y="2926080"/>
            <a:ext cx="30469022" cy="63398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5" y="10372718"/>
            <a:ext cx="14835226" cy="2766058"/>
          </a:xfrm>
        </p:spPr>
        <p:txBody>
          <a:bodyPr anchor="b">
            <a:noAutofit/>
          </a:bodyPr>
          <a:lstStyle>
            <a:lvl1pPr marL="0" indent="0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75" y="13138783"/>
            <a:ext cx="14835226" cy="158597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59872" y="10372718"/>
            <a:ext cx="14835226" cy="2766058"/>
          </a:xfrm>
        </p:spPr>
        <p:txBody>
          <a:bodyPr anchor="b">
            <a:noAutofit/>
          </a:bodyPr>
          <a:lstStyle>
            <a:lvl1pPr marL="0" indent="0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59872" y="13138783"/>
            <a:ext cx="14835226" cy="158597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5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2926080"/>
            <a:ext cx="30469027" cy="6339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4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7193299"/>
            <a:ext cx="13392874" cy="6136637"/>
          </a:xfrm>
        </p:spPr>
        <p:txBody>
          <a:bodyPr anchor="b">
            <a:normAutofit/>
          </a:bodyPr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2122" y="2471642"/>
            <a:ext cx="16252978" cy="265268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75" y="13329934"/>
            <a:ext cx="13392874" cy="12405355"/>
          </a:xfrm>
        </p:spPr>
        <p:txBody>
          <a:bodyPr>
            <a:normAutofit/>
          </a:bodyPr>
          <a:lstStyle>
            <a:lvl1pPr marL="0" indent="0">
              <a:buNone/>
              <a:defRPr sz="672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23042880"/>
            <a:ext cx="30469027" cy="2720342"/>
          </a:xfrm>
        </p:spPr>
        <p:txBody>
          <a:bodyPr anchor="b">
            <a:normAutofit/>
          </a:bodyPr>
          <a:lstStyle>
            <a:lvl1pPr algn="l">
              <a:defRPr sz="1152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26075" y="2926080"/>
            <a:ext cx="30469027" cy="18459446"/>
          </a:xfrm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75" y="25763223"/>
            <a:ext cx="30469027" cy="3235315"/>
          </a:xfrm>
        </p:spPr>
        <p:txBody>
          <a:bodyPr>
            <a:normAutofit/>
          </a:bodyPr>
          <a:lstStyle>
            <a:lvl1pPr marL="0" indent="0">
              <a:buNone/>
              <a:defRPr sz="576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0" y="2926080"/>
            <a:ext cx="30469027" cy="163372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80" y="21457920"/>
            <a:ext cx="30469027" cy="7540618"/>
          </a:xfrm>
        </p:spPr>
        <p:txBody>
          <a:bodyPr anchor="ctr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0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9448" y="2926080"/>
            <a:ext cx="29146474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5155" y="17434560"/>
            <a:ext cx="26015059" cy="18288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76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457920"/>
            <a:ext cx="30469032" cy="7540618"/>
          </a:xfrm>
        </p:spPr>
        <p:txBody>
          <a:bodyPr anchor="ctr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17015" y="3793814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8958" y="13855469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0252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3" y="9273542"/>
            <a:ext cx="30469032" cy="12458208"/>
          </a:xfrm>
        </p:spPr>
        <p:txBody>
          <a:bodyPr anchor="b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19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9448" y="2926080"/>
            <a:ext cx="29146474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6066" y="19263360"/>
            <a:ext cx="30469037" cy="24683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17015" y="3793814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8958" y="13855469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511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073" y="2926080"/>
            <a:ext cx="30439032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6066" y="19263360"/>
            <a:ext cx="30469037" cy="24683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20">
                <a:solidFill>
                  <a:schemeClr val="accent1"/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60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8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691097" y="2926082"/>
            <a:ext cx="4698298" cy="25206965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6075" y="2926082"/>
            <a:ext cx="24936125" cy="252069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40639" y="-40644"/>
            <a:ext cx="44022322" cy="32999688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6078" y="2926080"/>
            <a:ext cx="30469022" cy="6339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5" y="10370835"/>
            <a:ext cx="30469027" cy="1862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945238" y="28998545"/>
            <a:ext cx="3283834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F3ED-4019-40BB-88BE-9CFA21DCC591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6078" y="28998545"/>
            <a:ext cx="2219027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34445" y="28998545"/>
            <a:ext cx="2460662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accent1"/>
                </a:solidFill>
              </a:defRPr>
            </a:lvl1pPr>
          </a:lstStyle>
          <a:p>
            <a:fld id="{5F26EABE-744A-4AE3-B47C-B63E269CD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5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</p:sldLayoutIdLst>
  <p:txStyles>
    <p:titleStyle>
      <a:lvl1pPr algn="l" defTabSz="2194560" rtl="0" eaLnBrk="1" latinLnBrk="0" hangingPunct="1">
        <a:spcBef>
          <a:spcPct val="0"/>
        </a:spcBef>
        <a:buNone/>
        <a:defRPr sz="1728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45920" indent="-164592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86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7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7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hyperlink" Target="mailto:bgautam@uncfsu.edu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jpe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.png"/><Relationship Id="rId9" Type="http://schemas.openxmlformats.org/officeDocument/2006/relationships/image" Target="../media/image6.jpe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AA7DAF-0F25-3C8F-9675-B79E6B3F2E34}"/>
              </a:ext>
            </a:extLst>
          </p:cNvPr>
          <p:cNvSpPr/>
          <p:nvPr/>
        </p:nvSpPr>
        <p:spPr>
          <a:xfrm>
            <a:off x="14249400" y="12420141"/>
            <a:ext cx="14211671" cy="684308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</a:pP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803600" y="3972791"/>
            <a:ext cx="14693898" cy="116143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4" name="TextBox 3"/>
          <p:cNvSpPr txBox="1"/>
          <p:nvPr/>
        </p:nvSpPr>
        <p:spPr>
          <a:xfrm>
            <a:off x="291898" y="219181"/>
            <a:ext cx="43247042" cy="367504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Structural and Morphological Characteristics of Rare Earth Element based MAX Phase and </a:t>
            </a:r>
            <a:r>
              <a:rPr lang="en-US" sz="60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endParaRPr lang="en-US" sz="6000" b="1" dirty="0">
              <a:solidFill>
                <a:srgbClr val="1F1F1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Joshua Abbott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Vanessa Morris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Menuka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Adhikari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Sangeetha Balabhadra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Alex Bretana</a:t>
            </a:r>
            <a:r>
              <a:rPr lang="en-US" sz="4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Binod Rai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Daniel Autrey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Bhoj Gautam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Chemistry, Physics and Materials Science, Fayetteville State University, Fayetteville, North Carolina 28301, United States</a:t>
            </a:r>
          </a:p>
          <a:p>
            <a:pPr algn="ctr">
              <a:lnSpc>
                <a:spcPct val="150000"/>
              </a:lnSpc>
            </a:pP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Savannah River National Laboratory, Aiken, South Carolina 29808, United States</a:t>
            </a:r>
            <a:r>
              <a:rPr lang="en-US" sz="4000" b="1" kern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																	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75933" y="26256380"/>
            <a:ext cx="14763007" cy="641237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33" name="Rectangle 32"/>
          <p:cNvSpPr/>
          <p:nvPr/>
        </p:nvSpPr>
        <p:spPr>
          <a:xfrm>
            <a:off x="28794772" y="15719644"/>
            <a:ext cx="14702727" cy="69890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55" name="Rectangle 54"/>
          <p:cNvSpPr/>
          <p:nvPr/>
        </p:nvSpPr>
        <p:spPr>
          <a:xfrm>
            <a:off x="14249401" y="3982256"/>
            <a:ext cx="14211670" cy="83212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</a:pP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044978" y="14272321"/>
            <a:ext cx="14582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Morphology and elemental analysis of </a:t>
            </a:r>
            <a:r>
              <a:rPr lang="en-US" sz="36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36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36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36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36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36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 MAX phase and (Mo</a:t>
            </a:r>
            <a:r>
              <a:rPr lang="en-US" sz="36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36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36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36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36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US" sz="36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endParaRPr lang="en-US" sz="3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TextBox 73"/>
          <p:cNvSpPr txBox="1">
            <a:spLocks noChangeArrowheads="1"/>
          </p:cNvSpPr>
          <p:nvPr/>
        </p:nvSpPr>
        <p:spPr bwMode="auto">
          <a:xfrm>
            <a:off x="28997439" y="15500661"/>
            <a:ext cx="8561493" cy="999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854" tIns="37926" rIns="75854" bIns="37926">
            <a:spAutoFit/>
          </a:bodyPr>
          <a:lstStyle>
            <a:lvl1pPr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84" name="TextBox 82"/>
          <p:cNvSpPr txBox="1">
            <a:spLocks noChangeArrowheads="1"/>
          </p:cNvSpPr>
          <p:nvPr/>
        </p:nvSpPr>
        <p:spPr bwMode="auto">
          <a:xfrm>
            <a:off x="28775933" y="26132882"/>
            <a:ext cx="8561493" cy="999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854" tIns="37926" rIns="75854" bIns="37926">
            <a:spAutoFit/>
          </a:bodyPr>
          <a:lstStyle>
            <a:lvl1pPr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927643" y="27018468"/>
            <a:ext cx="144217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L. Verger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et. al., </a:t>
            </a:r>
            <a:r>
              <a:rPr lang="en-US" sz="40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Curr. </a:t>
            </a:r>
            <a:r>
              <a:rPr lang="en-US" sz="4000" dirty="0" err="1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Opin</a:t>
            </a:r>
            <a:r>
              <a:rPr lang="en-US" sz="40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Solid State Mater. Sci</a:t>
            </a:r>
            <a:r>
              <a:rPr lang="en-US" sz="400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400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23 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(2019) 149-163.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M. </a:t>
            </a:r>
            <a:r>
              <a:rPr lang="en-US" sz="40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Khazaei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et. al., 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Phys. Rev. Mater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.,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2 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(2018) 074002.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Y. </a:t>
            </a:r>
            <a:r>
              <a:rPr lang="en-US" sz="4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Gogotsi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B. </a:t>
            </a:r>
            <a:r>
              <a:rPr lang="en-US" sz="4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Anasori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ACS Nano. </a:t>
            </a:r>
            <a:r>
              <a:rPr lang="en-US" sz="4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(2019) 8491-8494.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W. Wang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et. al., 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Science. </a:t>
            </a:r>
            <a:r>
              <a:rPr lang="en-US" sz="4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379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(2023) 1242-1247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BC9D75-5AAC-45E1-AF39-E55FB874AD66}"/>
              </a:ext>
            </a:extLst>
          </p:cNvPr>
          <p:cNvSpPr txBox="1"/>
          <p:nvPr/>
        </p:nvSpPr>
        <p:spPr>
          <a:xfrm>
            <a:off x="61927926" y="9788193"/>
            <a:ext cx="8088370" cy="4080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5FC34-5C55-4BDF-80A1-BCCBAFF6D269}"/>
              </a:ext>
            </a:extLst>
          </p:cNvPr>
          <p:cNvSpPr txBox="1"/>
          <p:nvPr/>
        </p:nvSpPr>
        <p:spPr>
          <a:xfrm>
            <a:off x="29080770" y="16337766"/>
            <a:ext cx="1438906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MXenes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synthesized using mild etching method.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The shifting and broadening of the (002) peak to lower angle was observed in </a:t>
            </a:r>
            <a:r>
              <a:rPr lang="en-US" sz="4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MXenes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compared to MAX phase.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39°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2θ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peak related to aluminum is relatively small as in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Mxenes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relative to  MAX phase.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More slate/sheet like structures were observed in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US" sz="40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compared to its MAX counterpart.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tomic mass percentage of aluminum in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 MAX phase is ~9% whereas it is below 1% after </a:t>
            </a:r>
            <a:r>
              <a:rPr lang="en-US" sz="40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LiF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/HCl Etching.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82">
            <a:extLst>
              <a:ext uri="{FF2B5EF4-FFF2-40B4-BE49-F238E27FC236}">
                <a16:creationId xmlns:a16="http://schemas.microsoft.com/office/drawing/2014/main" id="{0F6FAED0-79F9-4023-A782-8D9A13E46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5883" y="30164546"/>
            <a:ext cx="14763007" cy="24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854" tIns="37926" rIns="75854" bIns="37926">
            <a:spAutoFit/>
          </a:bodyPr>
          <a:lstStyle>
            <a:lvl1pPr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656013" eaLnBrk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Information: </a:t>
            </a:r>
          </a:p>
          <a:p>
            <a:pPr eaLnBrk="1" hangingPunct="1"/>
            <a:r>
              <a:rPr lang="en-US" alt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Bhoj Gautam,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Chemistry, Physics and Materials Science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Fayetteville State University, Fayetteville, NC-28301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altLang="en-US" sz="3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bgautam@uncfsu.edu</a:t>
            </a:r>
            <a:r>
              <a:rPr lang="en-US" alt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910-672-1653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F09F9-1255-496C-B574-49AA8DA9A3EB}"/>
              </a:ext>
            </a:extLst>
          </p:cNvPr>
          <p:cNvSpPr txBox="1"/>
          <p:nvPr/>
        </p:nvSpPr>
        <p:spPr>
          <a:xfrm>
            <a:off x="29641800" y="8345269"/>
            <a:ext cx="51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F9D36C-7A7F-458B-B7EE-692FBEB5A544}"/>
              </a:ext>
            </a:extLst>
          </p:cNvPr>
          <p:cNvSpPr txBox="1"/>
          <p:nvPr/>
        </p:nvSpPr>
        <p:spPr>
          <a:xfrm>
            <a:off x="36489376" y="8497669"/>
            <a:ext cx="51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1CC765-3E6D-41D3-8CEC-A7EA7596CB13}"/>
              </a:ext>
            </a:extLst>
          </p:cNvPr>
          <p:cNvSpPr txBox="1"/>
          <p:nvPr/>
        </p:nvSpPr>
        <p:spPr>
          <a:xfrm>
            <a:off x="16598736" y="24231601"/>
            <a:ext cx="393864" cy="65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619130-483E-4D98-8F07-FEE9BBD8A0CA}"/>
              </a:ext>
            </a:extLst>
          </p:cNvPr>
          <p:cNvSpPr txBox="1"/>
          <p:nvPr/>
        </p:nvSpPr>
        <p:spPr>
          <a:xfrm>
            <a:off x="22326600" y="24271069"/>
            <a:ext cx="30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310" y="19079848"/>
            <a:ext cx="13739413" cy="1358890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7664ED-0BAB-46BE-8F86-DF005E71809A}"/>
              </a:ext>
            </a:extLst>
          </p:cNvPr>
          <p:cNvSpPr txBox="1"/>
          <p:nvPr/>
        </p:nvSpPr>
        <p:spPr>
          <a:xfrm>
            <a:off x="637418" y="18999094"/>
            <a:ext cx="9565534" cy="1028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5C2D31-FF88-42A1-816E-BF6057D605A6}"/>
              </a:ext>
            </a:extLst>
          </p:cNvPr>
          <p:cNvSpPr txBox="1"/>
          <p:nvPr/>
        </p:nvSpPr>
        <p:spPr>
          <a:xfrm>
            <a:off x="541850" y="20108357"/>
            <a:ext cx="13196581" cy="1428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this work, the MAX phase with a nominal composition of (Mo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AlC was synthesized using conventional arc melting in an argon atmosphere with a water-cooled copper hearth.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was synthesized by adding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powders into the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LiF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/HCl solution and was etched for 7 days and washed using HCl and deionized water. The resulting product was vacuum dried to remove any solvent residue. Structural, morphological, and elemental characterization was carried out using X-ray diffractometer and scanning electron microscopy (SEM).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lowest Bragg peak of the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powder was shifted to towards smaller angle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the 39°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2θ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peak related to aluminum is relatively small as compared to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AlC. These results indicate the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successful extraction of aluminum atoms from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AlC. These results are further supported by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energy dispersive spectrometry (EDS) measurements. </a:t>
            </a:r>
            <a:r>
              <a:rPr lang="en-US" sz="400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Our results provide important information regarding the structural and morphological characteristics of rare earth element based </a:t>
            </a:r>
            <a:r>
              <a:rPr lang="en-US" sz="4000" i="1" dirty="0" err="1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4000" dirty="0" err="1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-MXenes</a:t>
            </a:r>
            <a:r>
              <a:rPr lang="en-US" sz="400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which dictate the optoelectronic, magnetic, and electrochemical properties of these materials. 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F0D3F37-4EC8-4330-BAAC-96FD61971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06" y="293894"/>
            <a:ext cx="3740840" cy="2331952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857CA6E8-98E8-42FF-9B6E-CCC4AD82C303}"/>
              </a:ext>
            </a:extLst>
          </p:cNvPr>
          <p:cNvSpPr/>
          <p:nvPr/>
        </p:nvSpPr>
        <p:spPr>
          <a:xfrm>
            <a:off x="28775933" y="22832238"/>
            <a:ext cx="14721565" cy="330064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9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379F401-6A9A-4042-99CA-0B8544C41820}"/>
              </a:ext>
            </a:extLst>
          </p:cNvPr>
          <p:cNvSpPr/>
          <p:nvPr/>
        </p:nvSpPr>
        <p:spPr>
          <a:xfrm>
            <a:off x="291898" y="3982882"/>
            <a:ext cx="13739412" cy="1488174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3200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200">
              <a:solidFill>
                <a:srgbClr val="2D2B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ko-KR" sz="3200">
              <a:solidFill>
                <a:srgbClr val="2D2B2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2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endParaRPr lang="en-US" altLang="ko-KR" sz="3600" b="1">
              <a:solidFill>
                <a:srgbClr val="2D2B2B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5FCBAF-A155-431C-B1E5-652954474D0D}"/>
              </a:ext>
            </a:extLst>
          </p:cNvPr>
          <p:cNvSpPr txBox="1"/>
          <p:nvPr/>
        </p:nvSpPr>
        <p:spPr>
          <a:xfrm>
            <a:off x="494697" y="4009447"/>
            <a:ext cx="95926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FC58D3-238F-4460-AFA9-55795A692EF2}"/>
              </a:ext>
            </a:extLst>
          </p:cNvPr>
          <p:cNvSpPr txBox="1"/>
          <p:nvPr/>
        </p:nvSpPr>
        <p:spPr>
          <a:xfrm>
            <a:off x="14363429" y="12317858"/>
            <a:ext cx="80348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A53A7-4FE4-4970-B837-4FA36AED7072}"/>
              </a:ext>
            </a:extLst>
          </p:cNvPr>
          <p:cNvSpPr txBox="1"/>
          <p:nvPr/>
        </p:nvSpPr>
        <p:spPr>
          <a:xfrm>
            <a:off x="14376358" y="13224485"/>
            <a:ext cx="13881688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defTabSz="78638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</a:t>
            </a:r>
            <a:r>
              <a:rPr lang="en-US" sz="4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etching method </a:t>
            </a:r>
          </a:p>
          <a:p>
            <a:pPr marL="571500" indent="-571500" defTabSz="78638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days at 70°C </a:t>
            </a:r>
          </a:p>
          <a:p>
            <a:pPr marL="571500" indent="-571500" defTabSz="78638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stirring </a:t>
            </a:r>
          </a:p>
          <a:p>
            <a:pPr marL="571500" indent="-571500" defTabSz="78638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Oil bath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884" indent="-342884">
              <a:buSzPct val="100000"/>
              <a:buFont typeface="Arial"/>
              <a:buChar char="•"/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4000" dirty="0"/>
              <a:t>The resulting products were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washed using HCl and deionized water, and vacuum dried at 70 </a:t>
            </a:r>
            <a:r>
              <a:rPr lang="en-US" sz="40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 to remove </a:t>
            </a:r>
            <a:r>
              <a:rPr lang="en-US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any solvent residue. </a:t>
            </a:r>
            <a:endParaRPr lang="en-US" sz="45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D29062-CE5C-4FB6-B21E-962581B655DE}"/>
              </a:ext>
            </a:extLst>
          </p:cNvPr>
          <p:cNvSpPr/>
          <p:nvPr/>
        </p:nvSpPr>
        <p:spPr>
          <a:xfrm>
            <a:off x="14213351" y="19441361"/>
            <a:ext cx="14235970" cy="13227389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192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E19D5D-01F5-4D93-925B-FDC37B7584D8}"/>
              </a:ext>
            </a:extLst>
          </p:cNvPr>
          <p:cNvSpPr txBox="1"/>
          <p:nvPr/>
        </p:nvSpPr>
        <p:spPr>
          <a:xfrm>
            <a:off x="14318752" y="19555640"/>
            <a:ext cx="8776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XRD Results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E52139-CF5B-4F16-B2AA-638D723F3C59}"/>
              </a:ext>
            </a:extLst>
          </p:cNvPr>
          <p:cNvSpPr txBox="1"/>
          <p:nvPr/>
        </p:nvSpPr>
        <p:spPr>
          <a:xfrm>
            <a:off x="14331859" y="17798812"/>
            <a:ext cx="141292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Photographs of etching, and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decantate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prepared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US" sz="40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( left to right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.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D443C93-6C33-4447-3E1A-772B196F7D0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1357" y="5217950"/>
            <a:ext cx="13184344" cy="13634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has been a tremendous effort for the synthesis of crystalline MAX phases—a family of transition metal carbides and nitrides with a chemical formula of M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where M is an early transition metal, 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belongs to groups XIII </a:t>
            </a:r>
            <a:r>
              <a:rPr lang="en-US" sz="4000" dirty="0">
                <a:effectLst/>
                <a:latin typeface="Times New Roman" panose="02020603050405020304" pitchFamily="18" charset="0"/>
                <a:ea typeface="MTSY"/>
                <a:cs typeface="Times New Roman" panose="02020603050405020304" pitchFamily="18" charset="0"/>
              </a:rPr>
              <a:t>– 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XVI in the periodic table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 is either C or N, and n can be in between 1 and 3 </a:t>
            </a:r>
            <a:r>
              <a:rPr lang="en-US" sz="4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These materials have shown thermal and electrical conductance and have low density and high stiffness which open broad aspects of practical applications. 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Recently double transition metal MAX phases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(M’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2/3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M’’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4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 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- out-of-plane ordered, labeled as </a:t>
            </a:r>
            <a:r>
              <a:rPr lang="en-US" sz="4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o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-MAX and in-plane ordered, labeled as </a:t>
            </a:r>
            <a:r>
              <a:rPr lang="en-US" sz="40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i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-MAX, were reported </a:t>
            </a:r>
            <a:r>
              <a:rPr lang="en-US" sz="4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[1,2]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. </a:t>
            </a:r>
            <a:r>
              <a:rPr lang="en-US" sz="4000" dirty="0"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However, there are few reports on the synthesis and characterization of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i</a:t>
            </a:r>
            <a:r>
              <a:rPr lang="en-US" sz="4000" dirty="0"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-MAX and the corresponding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MXenes</a:t>
            </a:r>
            <a:r>
              <a:rPr lang="en-US" sz="4000" dirty="0">
                <a:effectLst/>
                <a:latin typeface="Times New Roman" panose="02020603050405020304" pitchFamily="18" charset="0"/>
                <a:ea typeface="CharisSIL"/>
                <a:cs typeface="Times New Roman" panose="02020603050405020304" pitchFamily="18" charset="0"/>
              </a:rPr>
              <a:t>.</a:t>
            </a:r>
            <a:r>
              <a:rPr lang="en-US" sz="4000" dirty="0">
                <a:effectLst/>
                <a:latin typeface="Times New Roman" panose="02020603050405020304" pitchFamily="18" charset="0"/>
                <a:ea typeface="MTSY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work, we synthesized Molybdenum-based rare earth containing </a:t>
            </a:r>
            <a:r>
              <a:rPr lang="en-US" sz="40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-MAX phase using arc melt technique. We then removed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“A” element of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-MAX phase by acid treatment and sonication which resulted in two-dimensional (2D) transition metal carbides called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MXenes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These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MXenes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offer high conductivity, hydrophilicity, magnetism, good dispersion ability in solvents, mechanical stability, and structural diversity</a:t>
            </a:r>
            <a:r>
              <a:rPr lang="en-US" sz="400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at least 100 stoichiometric </a:t>
            </a:r>
            <a:r>
              <a:rPr lang="en-US" sz="4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compositions and are recognized as multifunctional materials </a:t>
            </a:r>
            <a:r>
              <a:rPr lang="en-US" sz="4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33C1E-0C8E-531D-48F8-951D044206BC}"/>
              </a:ext>
            </a:extLst>
          </p:cNvPr>
          <p:cNvSpPr txBox="1"/>
          <p:nvPr/>
        </p:nvSpPr>
        <p:spPr>
          <a:xfrm>
            <a:off x="14505008" y="4028807"/>
            <a:ext cx="13461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5D70AF-86FD-F685-A584-FCE7C82DC9F7}"/>
              </a:ext>
            </a:extLst>
          </p:cNvPr>
          <p:cNvSpPr txBox="1"/>
          <p:nvPr/>
        </p:nvSpPr>
        <p:spPr>
          <a:xfrm>
            <a:off x="14543227" y="10369931"/>
            <a:ext cx="136788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Chemical structure  of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 MAX phase and 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US" sz="40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−F is a functional group introduced after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/HCl etching.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FA4F1-1858-6DC9-E7E1-E33141A5761B}"/>
              </a:ext>
            </a:extLst>
          </p:cNvPr>
          <p:cNvSpPr txBox="1"/>
          <p:nvPr/>
        </p:nvSpPr>
        <p:spPr>
          <a:xfrm>
            <a:off x="28929228" y="3929370"/>
            <a:ext cx="14049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and Elemental Analysis</a:t>
            </a:r>
          </a:p>
          <a:p>
            <a:endParaRPr lang="en-US" sz="6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8D5A63-65F5-1F72-8D43-137D1CCCC40A}"/>
              </a:ext>
            </a:extLst>
          </p:cNvPr>
          <p:cNvSpPr txBox="1"/>
          <p:nvPr/>
        </p:nvSpPr>
        <p:spPr>
          <a:xfrm>
            <a:off x="14541734" y="28147022"/>
            <a:ext cx="137163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XRD patterns of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 MAX phase and 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US" sz="40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The vanishingly small 39  peak indicates the successful removal of Al from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AlC MAX phase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.  The broadening of the 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(Mo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1/3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400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n-US" sz="40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MXene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peaks indicate that</a:t>
            </a:r>
          </a:p>
          <a:p>
            <a:pPr algn="just"/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the </a:t>
            </a:r>
            <a:r>
              <a:rPr lang="en-US" sz="4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MXene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is amorphous.  The shifting of the (002) peak to lower values indicates an increase in the interlayer separation (c-parameter).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EB2AA9-D6D4-52F3-CE11-D84CF53D4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7469" y="1135539"/>
            <a:ext cx="7147039" cy="1281261"/>
          </a:xfrm>
          <a:prstGeom prst="rect">
            <a:avLst/>
          </a:prstGeom>
        </p:spPr>
      </p:pic>
      <p:pic>
        <p:nvPicPr>
          <p:cNvPr id="6" name="Picture 37" descr="Picture 37">
            <a:extLst>
              <a:ext uri="{FF2B5EF4-FFF2-40B4-BE49-F238E27FC236}">
                <a16:creationId xmlns:a16="http://schemas.microsoft.com/office/drawing/2014/main" id="{BC96B807-B39C-E2CF-1A6F-C2DD3A8C0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0477" y="2526532"/>
            <a:ext cx="1352135" cy="1311974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E2F96F-36FD-0426-7AB6-A793E3BC9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06" y="2694003"/>
            <a:ext cx="4544965" cy="1130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2A60E6-E32F-34D9-59C1-64073C4D62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0077" y="20526164"/>
            <a:ext cx="9802388" cy="750419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1EC1CBE-3F56-D69B-2AE0-793D1CDC6997}"/>
              </a:ext>
            </a:extLst>
          </p:cNvPr>
          <p:cNvGrpSpPr/>
          <p:nvPr/>
        </p:nvGrpSpPr>
        <p:grpSpPr>
          <a:xfrm>
            <a:off x="21326272" y="12841339"/>
            <a:ext cx="7002136" cy="2580049"/>
            <a:chOff x="21326272" y="12841339"/>
            <a:chExt cx="7002136" cy="2580049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E70424A-B288-9A2B-EDD6-CE7770E8EC1E}"/>
                </a:ext>
              </a:extLst>
            </p:cNvPr>
            <p:cNvPicPr/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2"/>
            <a:stretch/>
          </p:blipFill>
          <p:spPr>
            <a:xfrm rot="5400000">
              <a:off x="23849072" y="13299345"/>
              <a:ext cx="2514600" cy="1729485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432212B-7C19-A2AE-020F-77EDD85E7CA4}"/>
                </a:ext>
              </a:extLst>
            </p:cNvPr>
            <p:cNvPicPr/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27" t="16154" r="10659" b="-1171"/>
            <a:stretch/>
          </p:blipFill>
          <p:spPr bwMode="auto">
            <a:xfrm rot="5400000">
              <a:off x="26218509" y="13221754"/>
              <a:ext cx="2490313" cy="172948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A4C5D585-024C-03AC-1E52-B0D9271B2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26272" y="13025563"/>
              <a:ext cx="2348994" cy="2306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8E67351-E0EF-B0A0-F420-54A5BC802478}"/>
                </a:ext>
              </a:extLst>
            </p:cNvPr>
            <p:cNvCxnSpPr/>
            <p:nvPr/>
          </p:nvCxnSpPr>
          <p:spPr>
            <a:xfrm>
              <a:off x="23736226" y="14282483"/>
              <a:ext cx="535883" cy="13636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7E1B8BC-75D9-95D7-7FAE-3BD8DF5FF1A0}"/>
                </a:ext>
              </a:extLst>
            </p:cNvPr>
            <p:cNvCxnSpPr/>
            <p:nvPr/>
          </p:nvCxnSpPr>
          <p:spPr>
            <a:xfrm>
              <a:off x="26037466" y="14297723"/>
              <a:ext cx="535883" cy="13636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6AA51EE3-87CB-74F8-B762-B19881E7FF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641800" y="5102578"/>
            <a:ext cx="12640270" cy="926663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B8EB243-8C32-4C09-089B-09ED61D539A8}"/>
              </a:ext>
            </a:extLst>
          </p:cNvPr>
          <p:cNvSpPr txBox="1"/>
          <p:nvPr/>
        </p:nvSpPr>
        <p:spPr>
          <a:xfrm>
            <a:off x="28775932" y="22695320"/>
            <a:ext cx="1461857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Times New Roman" charset="0"/>
                <a:ea typeface="Times New Roman" charset="0"/>
                <a:cs typeface="Times New Roman" charset="0"/>
              </a:rPr>
              <a:t>Acknowledgements</a:t>
            </a:r>
            <a:endParaRPr lang="en-US" sz="6000" dirty="0">
              <a:latin typeface="Times New Roman" panose="02020603050405020304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synthesis of </a:t>
            </a:r>
            <a:r>
              <a:rPr lang="en-US" sz="400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-MAX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phase and characterization work was supported by DOE BES-RENEW award number DE-SC0024611.This work was also partly supported by NSF RIA EES</a:t>
            </a:r>
            <a:r>
              <a:rPr lang="en-US" sz="4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1800795 for </a:t>
            </a:r>
            <a:r>
              <a:rPr lang="en-US" sz="400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r>
              <a:rPr lang="en-US" sz="40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synthesis</a:t>
            </a:r>
            <a:r>
              <a:rPr lang="en-US" sz="4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9D8A0-824E-6A9A-8020-DB7B252E0513}"/>
              </a:ext>
            </a:extLst>
          </p:cNvPr>
          <p:cNvGrpSpPr/>
          <p:nvPr/>
        </p:nvGrpSpPr>
        <p:grpSpPr>
          <a:xfrm>
            <a:off x="17328774" y="4021186"/>
            <a:ext cx="8784279" cy="6536380"/>
            <a:chOff x="356870" y="-27499"/>
            <a:chExt cx="8850630" cy="6787710"/>
          </a:xfrm>
        </p:grpSpPr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6CC6C22B-0532-C6E7-D369-2FD01D4F3F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870" y="168149"/>
              <a:ext cx="4381500" cy="6343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3" descr="A diagram of a molecule&#10;&#10;Description automatically generated">
              <a:extLst>
                <a:ext uri="{FF2B5EF4-FFF2-40B4-BE49-F238E27FC236}">
                  <a16:creationId xmlns:a16="http://schemas.microsoft.com/office/drawing/2014/main" id="{0BB74A7B-D264-2BBA-A025-3243E44582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450" y="416560"/>
              <a:ext cx="4591050" cy="6343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872158F-4883-0F90-6515-C26FC249DA53}"/>
                </a:ext>
              </a:extLst>
            </p:cNvPr>
            <p:cNvSpPr txBox="1"/>
            <p:nvPr/>
          </p:nvSpPr>
          <p:spPr>
            <a:xfrm>
              <a:off x="1969008" y="47228"/>
              <a:ext cx="307594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(Mo</a:t>
              </a:r>
              <a:r>
                <a:rPr lang="en-US" sz="3000" baseline="-25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2/3</a:t>
              </a:r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Er</a:t>
              </a:r>
              <a:r>
                <a:rPr lang="en-US" sz="3000" baseline="-25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1/3</a:t>
              </a:r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)</a:t>
              </a:r>
              <a:r>
                <a:rPr lang="en-US" sz="3000" baseline="-25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AlC </a:t>
              </a:r>
              <a:endParaRPr lang="en-US" sz="30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5C58DE9-10F2-595E-6652-DBC65830400B}"/>
                </a:ext>
              </a:extLst>
            </p:cNvPr>
            <p:cNvSpPr txBox="1"/>
            <p:nvPr/>
          </p:nvSpPr>
          <p:spPr>
            <a:xfrm>
              <a:off x="5879592" y="-27499"/>
              <a:ext cx="249326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(Mo</a:t>
              </a:r>
              <a:r>
                <a:rPr lang="en-US" sz="3000" baseline="-25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2/3</a:t>
              </a:r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Er</a:t>
              </a:r>
              <a:r>
                <a:rPr lang="en-US" sz="3000" baseline="-25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1/3</a:t>
              </a:r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)</a:t>
              </a:r>
              <a:r>
                <a:rPr lang="en-US" sz="3000" baseline="-25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sz="3000" dirty="0">
                  <a:solidFill>
                    <a:srgbClr val="222222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C </a:t>
              </a:r>
              <a:endParaRPr lang="en-US" sz="3000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3DD306E-951E-6D98-F1F0-567286CD4991}"/>
                </a:ext>
              </a:extLst>
            </p:cNvPr>
            <p:cNvCxnSpPr/>
            <p:nvPr/>
          </p:nvCxnSpPr>
          <p:spPr>
            <a:xfrm>
              <a:off x="3794760" y="2990088"/>
              <a:ext cx="140817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9092236-7384-759E-DACD-8B29E260441D}"/>
                </a:ext>
              </a:extLst>
            </p:cNvPr>
            <p:cNvSpPr txBox="1"/>
            <p:nvPr/>
          </p:nvSpPr>
          <p:spPr>
            <a:xfrm>
              <a:off x="4023360" y="2313432"/>
              <a:ext cx="11795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02748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345</TotalTime>
  <Words>941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Open Sans</vt:lpstr>
      <vt:lpstr>Times New Roman</vt:lpstr>
      <vt:lpstr>Trebuchet MS</vt:lpstr>
      <vt:lpstr>Wingdings 3</vt:lpstr>
      <vt:lpstr>Facet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Younts</dc:creator>
  <cp:lastModifiedBy>Gautam, Bhoj R</cp:lastModifiedBy>
  <cp:revision>2</cp:revision>
  <dcterms:created xsi:type="dcterms:W3CDTF">2015-07-13T15:21:49Z</dcterms:created>
  <dcterms:modified xsi:type="dcterms:W3CDTF">2024-07-15T12:29:20Z</dcterms:modified>
</cp:coreProperties>
</file>