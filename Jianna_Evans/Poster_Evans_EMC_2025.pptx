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05" r:id="rId1"/>
  </p:sldMasterIdLst>
  <p:notesMasterIdLst>
    <p:notesMasterId r:id="rId3"/>
  </p:notesMasterIdLst>
  <p:sldIdLst>
    <p:sldId id="256" r:id="rId2"/>
  </p:sldIdLst>
  <p:sldSz cx="43891200" cy="329184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0368" userDrawn="1">
          <p15:clr>
            <a:srgbClr val="A4A3A4"/>
          </p15:clr>
        </p15:guide>
        <p15:guide id="2" pos="18432" userDrawn="1">
          <p15:clr>
            <a:srgbClr val="A4A3A4"/>
          </p15:clr>
        </p15:guide>
        <p15:guide id="3" orient="horz" pos="18931" userDrawn="1">
          <p15:clr>
            <a:srgbClr val="A4A3A4"/>
          </p15:clr>
        </p15:guide>
        <p15:guide id="4" pos="9523"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70C0"/>
    <a:srgbClr val="F2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25" d="100"/>
          <a:sy n="25" d="100"/>
        </p:scale>
        <p:origin x="12" y="12"/>
      </p:cViewPr>
      <p:guideLst>
        <p:guide orient="horz" pos="10368"/>
        <p:guide pos="18432"/>
        <p:guide orient="horz" pos="18931"/>
        <p:guide pos="9523"/>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B1F9EF0D-B5DC-426A-9325-4CE28BC082D8}" type="datetimeFigureOut">
              <a:rPr lang="en-US" smtClean="0"/>
              <a:pPr/>
              <a:t>5/28/2025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7A4CC6C5-B7B7-4A6A-B2C4-574F07BD9A6F}" type="slidenum">
              <a:rPr lang="en-US" smtClean="0"/>
              <a:pPr/>
              <a:t>‹#›</a:t>
            </a:fld>
            <a:endParaRPr lang="en-US"/>
          </a:p>
        </p:txBody>
      </p:sp>
    </p:spTree>
    <p:extLst>
      <p:ext uri="{BB962C8B-B14F-4D97-AF65-F5344CB8AC3E}">
        <p14:creationId xmlns:p14="http://schemas.microsoft.com/office/powerpoint/2010/main" val="13448866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7A4CC6C5-B7B7-4A6A-B2C4-574F07BD9A6F}" type="slidenum">
              <a:rPr lang="en-US" smtClean="0"/>
              <a:pPr/>
              <a:t>1</a:t>
            </a:fld>
            <a:endParaRPr lang="en-US"/>
          </a:p>
        </p:txBody>
      </p:sp>
    </p:spTree>
    <p:extLst>
      <p:ext uri="{BB962C8B-B14F-4D97-AF65-F5344CB8AC3E}">
        <p14:creationId xmlns:p14="http://schemas.microsoft.com/office/powerpoint/2010/main" val="37095581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40637" y="-40644"/>
            <a:ext cx="44022317" cy="32999688"/>
            <a:chOff x="-8466" y="-8468"/>
            <a:chExt cx="9171316" cy="6874935"/>
          </a:xfrm>
        </p:grpSpPr>
        <p:cxnSp>
          <p:nvCxnSpPr>
            <p:cNvPr id="28" name="Straight Connector 27"/>
            <p:cNvCxnSpPr/>
            <p:nvPr/>
          </p:nvCxnSpPr>
          <p:spPr>
            <a:xfrm flipV="1">
              <a:off x="5130830" y="4175605"/>
              <a:ext cx="4022475" cy="2682396"/>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9" name="Straight Connector 28"/>
            <p:cNvCxnSpPr/>
            <p:nvPr/>
          </p:nvCxnSpPr>
          <p:spPr>
            <a:xfrm>
              <a:off x="7042707"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30" name="Freeform 29"/>
            <p:cNvSpPr/>
            <p:nvPr/>
          </p:nvSpPr>
          <p:spPr>
            <a:xfrm>
              <a:off x="6891896" y="1"/>
              <a:ext cx="2269442" cy="6866466"/>
            </a:xfrm>
            <a:custGeom>
              <a:avLst/>
              <a:gdLst/>
              <a:ahLst/>
              <a:cxnLst/>
              <a:rect l="l" t="t" r="r" b="b"/>
              <a:pathLst>
                <a:path w="2269442" h="6866466">
                  <a:moveTo>
                    <a:pt x="2023534" y="0"/>
                  </a:moveTo>
                  <a:lnTo>
                    <a:pt x="0" y="6858000"/>
                  </a:lnTo>
                  <a:lnTo>
                    <a:pt x="2269067" y="6866466"/>
                  </a:lnTo>
                  <a:cubicBezTo>
                    <a:pt x="2271889" y="4580466"/>
                    <a:pt x="2257778" y="2294466"/>
                    <a:pt x="2260600" y="8466"/>
                  </a:cubicBezTo>
                  <a:lnTo>
                    <a:pt x="2023534"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Freeform 30"/>
            <p:cNvSpPr/>
            <p:nvPr/>
          </p:nvSpPr>
          <p:spPr>
            <a:xfrm>
              <a:off x="7205158" y="-8467"/>
              <a:ext cx="1948147" cy="6866467"/>
            </a:xfrm>
            <a:custGeom>
              <a:avLst/>
              <a:gdLst/>
              <a:ahLst/>
              <a:cxnLst/>
              <a:rect l="l" t="t" r="r" b="b"/>
              <a:pathLst>
                <a:path w="1948147" h="6866467">
                  <a:moveTo>
                    <a:pt x="0" y="0"/>
                  </a:moveTo>
                  <a:lnTo>
                    <a:pt x="1202267" y="6866467"/>
                  </a:lnTo>
                  <a:lnTo>
                    <a:pt x="1947333" y="6866467"/>
                  </a:lnTo>
                  <a:cubicBezTo>
                    <a:pt x="1944511" y="4577645"/>
                    <a:pt x="1950155" y="2288822"/>
                    <a:pt x="1947333" y="0"/>
                  </a:cubicBez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2" name="Freeform 31"/>
            <p:cNvSpPr/>
            <p:nvPr/>
          </p:nvSpPr>
          <p:spPr>
            <a:xfrm>
              <a:off x="6637896" y="3920066"/>
              <a:ext cx="2513565" cy="2937933"/>
            </a:xfrm>
            <a:custGeom>
              <a:avLst/>
              <a:gdLst/>
              <a:ahLst/>
              <a:cxnLst/>
              <a:rect l="l" t="t" r="r" b="b"/>
              <a:pathLst>
                <a:path w="3259667" h="3810000">
                  <a:moveTo>
                    <a:pt x="0" y="3810000"/>
                  </a:moveTo>
                  <a:lnTo>
                    <a:pt x="3251200" y="0"/>
                  </a:lnTo>
                  <a:cubicBezTo>
                    <a:pt x="3254022" y="1270000"/>
                    <a:pt x="3256845" y="2540000"/>
                    <a:pt x="3259667" y="3810000"/>
                  </a:cubicBezTo>
                  <a:lnTo>
                    <a:pt x="0" y="3810000"/>
                  </a:lnTo>
                  <a:close/>
                </a:path>
              </a:pathLst>
            </a:cu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33" name="Freeform 32"/>
            <p:cNvSpPr/>
            <p:nvPr/>
          </p:nvSpPr>
          <p:spPr>
            <a:xfrm>
              <a:off x="7010429" y="-8467"/>
              <a:ext cx="2142876" cy="6866467"/>
            </a:xfrm>
            <a:custGeom>
              <a:avLst/>
              <a:gdLst/>
              <a:ahLst/>
              <a:cxnLst/>
              <a:rect l="l" t="t" r="r" b="b"/>
              <a:pathLst>
                <a:path w="2853267" h="6866467">
                  <a:moveTo>
                    <a:pt x="0" y="0"/>
                  </a:moveTo>
                  <a:lnTo>
                    <a:pt x="2472267" y="6866467"/>
                  </a:lnTo>
                  <a:lnTo>
                    <a:pt x="2853267" y="6858000"/>
                  </a:lnTo>
                  <a:lnTo>
                    <a:pt x="2853267" y="0"/>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4" name="Freeform 33"/>
            <p:cNvSpPr/>
            <p:nvPr/>
          </p:nvSpPr>
          <p:spPr>
            <a:xfrm>
              <a:off x="8295776" y="-8467"/>
              <a:ext cx="857530" cy="6866467"/>
            </a:xfrm>
            <a:custGeom>
              <a:avLst/>
              <a:gdLst/>
              <a:ahLst/>
              <a:cxnLst/>
              <a:rect l="l" t="t" r="r" b="b"/>
              <a:pathLst>
                <a:path w="1286933" h="6866467">
                  <a:moveTo>
                    <a:pt x="1016000" y="0"/>
                  </a:moveTo>
                  <a:lnTo>
                    <a:pt x="0" y="6866467"/>
                  </a:lnTo>
                  <a:lnTo>
                    <a:pt x="1286933" y="6866467"/>
                  </a:lnTo>
                  <a:cubicBezTo>
                    <a:pt x="1284111" y="4577645"/>
                    <a:pt x="1281288" y="2288822"/>
                    <a:pt x="1278466" y="0"/>
                  </a:cubicBezTo>
                  <a:lnTo>
                    <a:pt x="1016000"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5" name="Freeform 34"/>
            <p:cNvSpPr/>
            <p:nvPr/>
          </p:nvSpPr>
          <p:spPr>
            <a:xfrm>
              <a:off x="8094165" y="-8468"/>
              <a:ext cx="1066770" cy="6866467"/>
            </a:xfrm>
            <a:custGeom>
              <a:avLst/>
              <a:gdLst/>
              <a:ahLst/>
              <a:cxnLst/>
              <a:rect l="l" t="t" r="r" b="b"/>
              <a:pathLst>
                <a:path w="1270244" h="6866467">
                  <a:moveTo>
                    <a:pt x="0" y="0"/>
                  </a:moveTo>
                  <a:lnTo>
                    <a:pt x="1117600" y="6866467"/>
                  </a:lnTo>
                  <a:lnTo>
                    <a:pt x="1270000" y="6866467"/>
                  </a:lnTo>
                  <a:cubicBezTo>
                    <a:pt x="1272822" y="4574822"/>
                    <a:pt x="1250245" y="2291645"/>
                    <a:pt x="1253067" y="0"/>
                  </a:cubicBezTo>
                  <a:lnTo>
                    <a:pt x="0" y="0"/>
                  </a:lnTo>
                  <a:close/>
                </a:path>
              </a:pathLst>
            </a:custGeom>
            <a:solidFill>
              <a:schemeClr val="accent2">
                <a:lumMod val="75000"/>
                <a:alpha val="82000"/>
              </a:schemeClr>
            </a:solidFill>
            <a:ln>
              <a:noFill/>
            </a:ln>
            <a:effectLst/>
          </p:spPr>
          <p:style>
            <a:lnRef idx="1">
              <a:schemeClr val="accent1"/>
            </a:lnRef>
            <a:fillRef idx="3">
              <a:schemeClr val="accent1"/>
            </a:fillRef>
            <a:effectRef idx="2">
              <a:schemeClr val="accent1"/>
            </a:effectRef>
            <a:fontRef idx="minor">
              <a:schemeClr val="lt1"/>
            </a:fontRef>
          </p:style>
        </p:sp>
        <p:sp>
          <p:nvSpPr>
            <p:cNvPr id="36" name="Freeform 35"/>
            <p:cNvSpPr/>
            <p:nvPr/>
          </p:nvSpPr>
          <p:spPr>
            <a:xfrm>
              <a:off x="8068764" y="4893733"/>
              <a:ext cx="1094086" cy="1964267"/>
            </a:xfrm>
            <a:custGeom>
              <a:avLst/>
              <a:gdLst/>
              <a:ahLst/>
              <a:cxnLst/>
              <a:rect l="l" t="t" r="r" b="b"/>
              <a:pathLst>
                <a:path w="1820333" h="3268133">
                  <a:moveTo>
                    <a:pt x="0" y="3268133"/>
                  </a:moveTo>
                  <a:lnTo>
                    <a:pt x="1811866" y="0"/>
                  </a:lnTo>
                  <a:cubicBezTo>
                    <a:pt x="1814688" y="1086555"/>
                    <a:pt x="1817511" y="2173111"/>
                    <a:pt x="1820333" y="3259666"/>
                  </a:cubicBezTo>
                  <a:lnTo>
                    <a:pt x="0" y="3268133"/>
                  </a:lnTo>
                  <a:close/>
                </a:path>
              </a:pathLst>
            </a:cu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8" name="Freeform 17"/>
            <p:cNvSpPr/>
            <p:nvPr/>
          </p:nvSpPr>
          <p:spPr>
            <a:xfrm>
              <a:off x="-8466" y="-8468"/>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5426859" y="11541763"/>
            <a:ext cx="27968251" cy="7902250"/>
          </a:xfrm>
        </p:spPr>
        <p:txBody>
          <a:bodyPr anchor="b">
            <a:noAutofit/>
          </a:bodyPr>
          <a:lstStyle>
            <a:lvl1pPr algn="r">
              <a:defRPr sz="25920">
                <a:solidFill>
                  <a:schemeClr val="accent1"/>
                </a:solidFill>
              </a:defRPr>
            </a:lvl1pPr>
          </a:lstStyle>
          <a:p>
            <a:r>
              <a:rPr lang="en-US"/>
              <a:t>Click to edit Master title style</a:t>
            </a:r>
          </a:p>
        </p:txBody>
      </p:sp>
      <p:sp>
        <p:nvSpPr>
          <p:cNvPr id="3" name="Subtitle 2"/>
          <p:cNvSpPr>
            <a:spLocks noGrp="1"/>
          </p:cNvSpPr>
          <p:nvPr>
            <p:ph type="subTitle" idx="1"/>
          </p:nvPr>
        </p:nvSpPr>
        <p:spPr>
          <a:xfrm>
            <a:off x="5426859" y="19444006"/>
            <a:ext cx="27968251" cy="5265115"/>
          </a:xfrm>
        </p:spPr>
        <p:txBody>
          <a:bodyPr anchor="t"/>
          <a:lstStyle>
            <a:lvl1pPr marL="0" indent="0" algn="r">
              <a:buNone/>
              <a:defRPr>
                <a:solidFill>
                  <a:schemeClr val="tx1">
                    <a:lumMod val="50000"/>
                    <a:lumOff val="50000"/>
                  </a:schemeClr>
                </a:solidFill>
              </a:defRPr>
            </a:lvl1pPr>
            <a:lvl2pPr marL="2194560" indent="0" algn="ctr">
              <a:buNone/>
              <a:defRPr>
                <a:solidFill>
                  <a:schemeClr val="tx1">
                    <a:tint val="75000"/>
                  </a:schemeClr>
                </a:solidFill>
              </a:defRPr>
            </a:lvl2pPr>
            <a:lvl3pPr marL="4389120" indent="0" algn="ctr">
              <a:buNone/>
              <a:defRPr>
                <a:solidFill>
                  <a:schemeClr val="tx1">
                    <a:tint val="75000"/>
                  </a:schemeClr>
                </a:solidFill>
              </a:defRPr>
            </a:lvl3pPr>
            <a:lvl4pPr marL="6583680" indent="0" algn="ctr">
              <a:buNone/>
              <a:defRPr>
                <a:solidFill>
                  <a:schemeClr val="tx1">
                    <a:tint val="75000"/>
                  </a:schemeClr>
                </a:solidFill>
              </a:defRPr>
            </a:lvl4pPr>
            <a:lvl5pPr marL="8778240" indent="0" algn="ctr">
              <a:buNone/>
              <a:defRPr>
                <a:solidFill>
                  <a:schemeClr val="tx1">
                    <a:tint val="75000"/>
                  </a:schemeClr>
                </a:solidFill>
              </a:defRPr>
            </a:lvl5pPr>
            <a:lvl6pPr marL="10972800" indent="0" algn="ctr">
              <a:buNone/>
              <a:defRPr>
                <a:solidFill>
                  <a:schemeClr val="tx1">
                    <a:tint val="75000"/>
                  </a:schemeClr>
                </a:solidFill>
              </a:defRPr>
            </a:lvl6pPr>
            <a:lvl7pPr marL="13167360" indent="0" algn="ctr">
              <a:buNone/>
              <a:defRPr>
                <a:solidFill>
                  <a:schemeClr val="tx1">
                    <a:tint val="75000"/>
                  </a:schemeClr>
                </a:solidFill>
              </a:defRPr>
            </a:lvl7pPr>
            <a:lvl8pPr marL="15361920" indent="0" algn="ctr">
              <a:buNone/>
              <a:defRPr>
                <a:solidFill>
                  <a:schemeClr val="tx1">
                    <a:tint val="75000"/>
                  </a:schemeClr>
                </a:solidFill>
              </a:defRPr>
            </a:lvl8pPr>
            <a:lvl9pPr marL="1755648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3F89F3ED-4019-40BB-88BE-9CFA21DCC591}" type="datetimeFigureOut">
              <a:rPr lang="en-US" smtClean="0"/>
              <a:pPr/>
              <a:t>5/28/2025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26EABE-744A-4AE3-B47C-B63E269CDEC1}" type="slidenum">
              <a:rPr lang="en-US" smtClean="0"/>
              <a:pPr/>
              <a:t>‹#›</a:t>
            </a:fld>
            <a:endParaRPr lang="en-US"/>
          </a:p>
        </p:txBody>
      </p:sp>
    </p:spTree>
    <p:extLst>
      <p:ext uri="{BB962C8B-B14F-4D97-AF65-F5344CB8AC3E}">
        <p14:creationId xmlns:p14="http://schemas.microsoft.com/office/powerpoint/2010/main" val="301636845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17280"/>
            </a:lvl1p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F89F3ED-4019-40BB-88BE-9CFA21DCC591}" type="datetimeFigureOut">
              <a:rPr lang="en-US" smtClean="0"/>
              <a:pPr/>
              <a:t>5/28/2025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26EABE-744A-4AE3-B47C-B63E269CDEC1}" type="slidenum">
              <a:rPr lang="en-US" smtClean="0"/>
              <a:pPr/>
              <a:t>‹#›</a:t>
            </a:fld>
            <a:endParaRPr lang="en-US"/>
          </a:p>
        </p:txBody>
      </p:sp>
    </p:spTree>
    <p:extLst>
      <p:ext uri="{BB962C8B-B14F-4D97-AF65-F5344CB8AC3E}">
        <p14:creationId xmlns:p14="http://schemas.microsoft.com/office/powerpoint/2010/main" val="8730284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926073" y="12964169"/>
            <a:ext cx="30469032" cy="8767589"/>
          </a:xfrm>
        </p:spPr>
        <p:txBody>
          <a:bodyPr anchor="b"/>
          <a:lstStyle>
            <a:lvl1pPr algn="l">
              <a:defRPr sz="19200" b="0" cap="none"/>
            </a:lvl1pPr>
          </a:lstStyle>
          <a:p>
            <a:r>
              <a:rPr lang="en-US"/>
              <a:t>Click to edit Master title style</a:t>
            </a:r>
          </a:p>
        </p:txBody>
      </p:sp>
      <p:sp>
        <p:nvSpPr>
          <p:cNvPr id="3" name="Text Placeholder 2"/>
          <p:cNvSpPr>
            <a:spLocks noGrp="1"/>
          </p:cNvSpPr>
          <p:nvPr>
            <p:ph type="body" idx="1"/>
          </p:nvPr>
        </p:nvSpPr>
        <p:spPr>
          <a:xfrm>
            <a:off x="2926073" y="21731750"/>
            <a:ext cx="30469032" cy="4129920"/>
          </a:xfrm>
        </p:spPr>
        <p:txBody>
          <a:bodyPr anchor="t"/>
          <a:lstStyle>
            <a:lvl1pPr marL="0" indent="0" algn="l">
              <a:buNone/>
              <a:defRPr sz="9600">
                <a:solidFill>
                  <a:schemeClr val="tx1">
                    <a:lumMod val="50000"/>
                    <a:lumOff val="50000"/>
                  </a:schemeClr>
                </a:solidFill>
              </a:defRPr>
            </a:lvl1pPr>
            <a:lvl2pPr marL="2194560" indent="0">
              <a:buNone/>
              <a:defRPr sz="8640">
                <a:solidFill>
                  <a:schemeClr val="tx1">
                    <a:tint val="75000"/>
                  </a:schemeClr>
                </a:solidFill>
              </a:defRPr>
            </a:lvl2pPr>
            <a:lvl3pPr marL="4389120" indent="0">
              <a:buNone/>
              <a:defRPr sz="7680">
                <a:solidFill>
                  <a:schemeClr val="tx1">
                    <a:tint val="75000"/>
                  </a:schemeClr>
                </a:solidFill>
              </a:defRPr>
            </a:lvl3pPr>
            <a:lvl4pPr marL="6583680" indent="0">
              <a:buNone/>
              <a:defRPr sz="6720">
                <a:solidFill>
                  <a:schemeClr val="tx1">
                    <a:tint val="75000"/>
                  </a:schemeClr>
                </a:solidFill>
              </a:defRPr>
            </a:lvl4pPr>
            <a:lvl5pPr marL="8778240" indent="0">
              <a:buNone/>
              <a:defRPr sz="6720">
                <a:solidFill>
                  <a:schemeClr val="tx1">
                    <a:tint val="75000"/>
                  </a:schemeClr>
                </a:solidFill>
              </a:defRPr>
            </a:lvl5pPr>
            <a:lvl6pPr marL="10972800" indent="0">
              <a:buNone/>
              <a:defRPr sz="6720">
                <a:solidFill>
                  <a:schemeClr val="tx1">
                    <a:tint val="75000"/>
                  </a:schemeClr>
                </a:solidFill>
              </a:defRPr>
            </a:lvl6pPr>
            <a:lvl7pPr marL="13167360" indent="0">
              <a:buNone/>
              <a:defRPr sz="6720">
                <a:solidFill>
                  <a:schemeClr val="tx1">
                    <a:tint val="75000"/>
                  </a:schemeClr>
                </a:solidFill>
              </a:defRPr>
            </a:lvl7pPr>
            <a:lvl8pPr marL="15361920" indent="0">
              <a:buNone/>
              <a:defRPr sz="6720">
                <a:solidFill>
                  <a:schemeClr val="tx1">
                    <a:tint val="75000"/>
                  </a:schemeClr>
                </a:solidFill>
              </a:defRPr>
            </a:lvl8pPr>
            <a:lvl9pPr marL="17556480" indent="0">
              <a:buNone/>
              <a:defRPr sz="672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F89F3ED-4019-40BB-88BE-9CFA21DCC591}" type="datetimeFigureOut">
              <a:rPr lang="en-US" smtClean="0"/>
              <a:pPr/>
              <a:t>5/28/2025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26EABE-744A-4AE3-B47C-B63E269CDEC1}" type="slidenum">
              <a:rPr lang="en-US" smtClean="0"/>
              <a:pPr/>
              <a:t>‹#›</a:t>
            </a:fld>
            <a:endParaRPr lang="en-US"/>
          </a:p>
        </p:txBody>
      </p:sp>
    </p:spTree>
    <p:extLst>
      <p:ext uri="{BB962C8B-B14F-4D97-AF65-F5344CB8AC3E}">
        <p14:creationId xmlns:p14="http://schemas.microsoft.com/office/powerpoint/2010/main" val="205684841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2926080" y="2926080"/>
            <a:ext cx="30469027" cy="6339840"/>
          </a:xfrm>
        </p:spPr>
        <p:txBody>
          <a:bodyPr/>
          <a:lstStyle/>
          <a:p>
            <a:r>
              <a:rPr lang="en-US"/>
              <a:t>Click to edit Master title style</a:t>
            </a:r>
          </a:p>
        </p:txBody>
      </p:sp>
      <p:sp>
        <p:nvSpPr>
          <p:cNvPr id="3" name="Content Placeholder 2"/>
          <p:cNvSpPr>
            <a:spLocks noGrp="1"/>
          </p:cNvSpPr>
          <p:nvPr>
            <p:ph sz="half" idx="1"/>
          </p:nvPr>
        </p:nvSpPr>
        <p:spPr>
          <a:xfrm>
            <a:off x="2926083" y="10370827"/>
            <a:ext cx="14822923" cy="18627706"/>
          </a:xfrm>
        </p:spPr>
        <p:txBody>
          <a:bodyPr>
            <a:normAutofit/>
          </a:bodyPr>
          <a:lstStyle>
            <a:lvl1pPr>
              <a:defRPr sz="8640"/>
            </a:lvl1pPr>
            <a:lvl2pPr>
              <a:defRPr sz="7680"/>
            </a:lvl2pPr>
            <a:lvl3pPr>
              <a:defRPr sz="6720"/>
            </a:lvl3pPr>
            <a:lvl4pPr>
              <a:defRPr sz="5760"/>
            </a:lvl4pPr>
            <a:lvl5pPr>
              <a:defRPr sz="5760"/>
            </a:lvl5pPr>
            <a:lvl6pPr>
              <a:defRPr sz="5760"/>
            </a:lvl6pPr>
            <a:lvl7pPr>
              <a:defRPr sz="5760"/>
            </a:lvl7pPr>
            <a:lvl8pPr>
              <a:defRPr sz="5760"/>
            </a:lvl8pPr>
            <a:lvl9pPr>
              <a:defRPr sz="576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18572179" y="10370835"/>
            <a:ext cx="14822928" cy="18627710"/>
          </a:xfrm>
        </p:spPr>
        <p:txBody>
          <a:bodyPr>
            <a:normAutofit/>
          </a:bodyPr>
          <a:lstStyle>
            <a:lvl1pPr>
              <a:defRPr sz="8640"/>
            </a:lvl1pPr>
            <a:lvl2pPr>
              <a:defRPr sz="7680"/>
            </a:lvl2pPr>
            <a:lvl3pPr>
              <a:defRPr sz="6720"/>
            </a:lvl3pPr>
            <a:lvl4pPr>
              <a:defRPr sz="5760"/>
            </a:lvl4pPr>
            <a:lvl5pPr>
              <a:defRPr sz="5760"/>
            </a:lvl5pPr>
            <a:lvl6pPr>
              <a:defRPr sz="5760"/>
            </a:lvl6pPr>
            <a:lvl7pPr>
              <a:defRPr sz="5760"/>
            </a:lvl7pPr>
            <a:lvl8pPr>
              <a:defRPr sz="5760"/>
            </a:lvl8pPr>
            <a:lvl9pPr>
              <a:defRPr sz="576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3F89F3ED-4019-40BB-88BE-9CFA21DCC591}" type="datetimeFigureOut">
              <a:rPr lang="en-US" smtClean="0"/>
              <a:pPr/>
              <a:t>5/28/2025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26EABE-744A-4AE3-B47C-B63E269CDEC1}" type="slidenum">
              <a:rPr lang="en-US" smtClean="0"/>
              <a:pPr/>
              <a:t>‹#›</a:t>
            </a:fld>
            <a:endParaRPr lang="en-US"/>
          </a:p>
        </p:txBody>
      </p:sp>
    </p:spTree>
    <p:extLst>
      <p:ext uri="{BB962C8B-B14F-4D97-AF65-F5344CB8AC3E}">
        <p14:creationId xmlns:p14="http://schemas.microsoft.com/office/powerpoint/2010/main" val="4950020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926078" y="2926080"/>
            <a:ext cx="30469022" cy="633984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2926075" y="10372718"/>
            <a:ext cx="14835226" cy="2766058"/>
          </a:xfrm>
        </p:spPr>
        <p:txBody>
          <a:bodyPr anchor="b">
            <a:noAutofit/>
          </a:bodyPr>
          <a:lstStyle>
            <a:lvl1pPr marL="0" indent="0">
              <a:buNone/>
              <a:defRPr sz="11520" b="0"/>
            </a:lvl1pPr>
            <a:lvl2pPr marL="2194560" indent="0">
              <a:buNone/>
              <a:defRPr sz="9600" b="1"/>
            </a:lvl2pPr>
            <a:lvl3pPr marL="4389120" indent="0">
              <a:buNone/>
              <a:defRPr sz="8640" b="1"/>
            </a:lvl3pPr>
            <a:lvl4pPr marL="6583680" indent="0">
              <a:buNone/>
              <a:defRPr sz="7680" b="1"/>
            </a:lvl4pPr>
            <a:lvl5pPr marL="8778240" indent="0">
              <a:buNone/>
              <a:defRPr sz="7680" b="1"/>
            </a:lvl5pPr>
            <a:lvl6pPr marL="10972800" indent="0">
              <a:buNone/>
              <a:defRPr sz="7680" b="1"/>
            </a:lvl6pPr>
            <a:lvl7pPr marL="13167360" indent="0">
              <a:buNone/>
              <a:defRPr sz="7680" b="1"/>
            </a:lvl7pPr>
            <a:lvl8pPr marL="15361920" indent="0">
              <a:buNone/>
              <a:defRPr sz="7680" b="1"/>
            </a:lvl8pPr>
            <a:lvl9pPr marL="17556480" indent="0">
              <a:buNone/>
              <a:defRPr sz="7680" b="1"/>
            </a:lvl9pPr>
          </a:lstStyle>
          <a:p>
            <a:pPr lvl="0"/>
            <a:r>
              <a:rPr lang="en-US"/>
              <a:t>Click to edit Master text styles</a:t>
            </a:r>
          </a:p>
        </p:txBody>
      </p:sp>
      <p:sp>
        <p:nvSpPr>
          <p:cNvPr id="4" name="Content Placeholder 3"/>
          <p:cNvSpPr>
            <a:spLocks noGrp="1"/>
          </p:cNvSpPr>
          <p:nvPr>
            <p:ph sz="half" idx="2"/>
          </p:nvPr>
        </p:nvSpPr>
        <p:spPr>
          <a:xfrm>
            <a:off x="2926075" y="13138783"/>
            <a:ext cx="14835226" cy="1585976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18559872" y="10372718"/>
            <a:ext cx="14835226" cy="2766058"/>
          </a:xfrm>
        </p:spPr>
        <p:txBody>
          <a:bodyPr anchor="b">
            <a:noAutofit/>
          </a:bodyPr>
          <a:lstStyle>
            <a:lvl1pPr marL="0" indent="0">
              <a:buNone/>
              <a:defRPr sz="11520" b="0"/>
            </a:lvl1pPr>
            <a:lvl2pPr marL="2194560" indent="0">
              <a:buNone/>
              <a:defRPr sz="9600" b="1"/>
            </a:lvl2pPr>
            <a:lvl3pPr marL="4389120" indent="0">
              <a:buNone/>
              <a:defRPr sz="8640" b="1"/>
            </a:lvl3pPr>
            <a:lvl4pPr marL="6583680" indent="0">
              <a:buNone/>
              <a:defRPr sz="7680" b="1"/>
            </a:lvl4pPr>
            <a:lvl5pPr marL="8778240" indent="0">
              <a:buNone/>
              <a:defRPr sz="7680" b="1"/>
            </a:lvl5pPr>
            <a:lvl6pPr marL="10972800" indent="0">
              <a:buNone/>
              <a:defRPr sz="7680" b="1"/>
            </a:lvl6pPr>
            <a:lvl7pPr marL="13167360" indent="0">
              <a:buNone/>
              <a:defRPr sz="7680" b="1"/>
            </a:lvl7pPr>
            <a:lvl8pPr marL="15361920" indent="0">
              <a:buNone/>
              <a:defRPr sz="7680" b="1"/>
            </a:lvl8pPr>
            <a:lvl9pPr marL="17556480" indent="0">
              <a:buNone/>
              <a:defRPr sz="7680" b="1"/>
            </a:lvl9pPr>
          </a:lstStyle>
          <a:p>
            <a:pPr lvl="0"/>
            <a:r>
              <a:rPr lang="en-US"/>
              <a:t>Click to edit Master text styles</a:t>
            </a:r>
          </a:p>
        </p:txBody>
      </p:sp>
      <p:sp>
        <p:nvSpPr>
          <p:cNvPr id="6" name="Content Placeholder 5"/>
          <p:cNvSpPr>
            <a:spLocks noGrp="1"/>
          </p:cNvSpPr>
          <p:nvPr>
            <p:ph sz="quarter" idx="4"/>
          </p:nvPr>
        </p:nvSpPr>
        <p:spPr>
          <a:xfrm>
            <a:off x="18559872" y="13138783"/>
            <a:ext cx="14835226" cy="1585976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3F89F3ED-4019-40BB-88BE-9CFA21DCC591}" type="datetimeFigureOut">
              <a:rPr lang="en-US" smtClean="0"/>
              <a:pPr/>
              <a:t>5/28/2025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F26EABE-744A-4AE3-B47C-B63E269CDEC1}" type="slidenum">
              <a:rPr lang="en-US" smtClean="0"/>
              <a:pPr/>
              <a:t>‹#›</a:t>
            </a:fld>
            <a:endParaRPr lang="en-US"/>
          </a:p>
        </p:txBody>
      </p:sp>
    </p:spTree>
    <p:extLst>
      <p:ext uri="{BB962C8B-B14F-4D97-AF65-F5344CB8AC3E}">
        <p14:creationId xmlns:p14="http://schemas.microsoft.com/office/powerpoint/2010/main" val="64935392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2926075" y="2926080"/>
            <a:ext cx="30469027" cy="6339840"/>
          </a:xfrm>
        </p:spPr>
        <p:txBody>
          <a:bodyPr/>
          <a:lstStyle/>
          <a:p>
            <a:r>
              <a:rPr lang="en-US"/>
              <a:t>Click to edit Master title style</a:t>
            </a:r>
          </a:p>
        </p:txBody>
      </p:sp>
      <p:sp>
        <p:nvSpPr>
          <p:cNvPr id="3" name="Date Placeholder 2"/>
          <p:cNvSpPr>
            <a:spLocks noGrp="1"/>
          </p:cNvSpPr>
          <p:nvPr>
            <p:ph type="dt" sz="half" idx="10"/>
          </p:nvPr>
        </p:nvSpPr>
        <p:spPr/>
        <p:txBody>
          <a:bodyPr/>
          <a:lstStyle/>
          <a:p>
            <a:fld id="{3F89F3ED-4019-40BB-88BE-9CFA21DCC591}" type="datetimeFigureOut">
              <a:rPr lang="en-US" smtClean="0"/>
              <a:pPr/>
              <a:t>5/28/2025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F26EABE-744A-4AE3-B47C-B63E269CDEC1}" type="slidenum">
              <a:rPr lang="en-US" smtClean="0"/>
              <a:pPr/>
              <a:t>‹#›</a:t>
            </a:fld>
            <a:endParaRPr lang="en-US"/>
          </a:p>
        </p:txBody>
      </p:sp>
    </p:spTree>
    <p:extLst>
      <p:ext uri="{BB962C8B-B14F-4D97-AF65-F5344CB8AC3E}">
        <p14:creationId xmlns:p14="http://schemas.microsoft.com/office/powerpoint/2010/main" val="21228454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F89F3ED-4019-40BB-88BE-9CFA21DCC591}" type="datetimeFigureOut">
              <a:rPr lang="en-US" smtClean="0"/>
              <a:pPr/>
              <a:t>5/28/2025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F26EABE-744A-4AE3-B47C-B63E269CDEC1}" type="slidenum">
              <a:rPr lang="en-US" smtClean="0"/>
              <a:pPr/>
              <a:t>‹#›</a:t>
            </a:fld>
            <a:endParaRPr lang="en-US"/>
          </a:p>
        </p:txBody>
      </p:sp>
    </p:spTree>
    <p:extLst>
      <p:ext uri="{BB962C8B-B14F-4D97-AF65-F5344CB8AC3E}">
        <p14:creationId xmlns:p14="http://schemas.microsoft.com/office/powerpoint/2010/main" val="43822393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926075" y="7193299"/>
            <a:ext cx="13392874" cy="6136637"/>
          </a:xfrm>
        </p:spPr>
        <p:txBody>
          <a:bodyPr anchor="b">
            <a:normAutofit/>
          </a:bodyPr>
          <a:lstStyle>
            <a:lvl1pPr>
              <a:defRPr sz="9600"/>
            </a:lvl1pPr>
          </a:lstStyle>
          <a:p>
            <a:r>
              <a:rPr lang="en-US"/>
              <a:t>Click to edit Master title style</a:t>
            </a:r>
          </a:p>
        </p:txBody>
      </p:sp>
      <p:sp>
        <p:nvSpPr>
          <p:cNvPr id="3" name="Content Placeholder 2"/>
          <p:cNvSpPr>
            <a:spLocks noGrp="1"/>
          </p:cNvSpPr>
          <p:nvPr>
            <p:ph idx="1"/>
          </p:nvPr>
        </p:nvSpPr>
        <p:spPr>
          <a:xfrm>
            <a:off x="17142122" y="2471642"/>
            <a:ext cx="16252978" cy="2652689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2926075" y="13329934"/>
            <a:ext cx="13392874" cy="12405355"/>
          </a:xfrm>
        </p:spPr>
        <p:txBody>
          <a:bodyPr>
            <a:normAutofit/>
          </a:bodyPr>
          <a:lstStyle>
            <a:lvl1pPr marL="0" indent="0">
              <a:buNone/>
              <a:defRPr sz="6720"/>
            </a:lvl1pPr>
            <a:lvl2pPr marL="1645920" indent="0">
              <a:buNone/>
              <a:defRPr sz="5040"/>
            </a:lvl2pPr>
            <a:lvl3pPr marL="3291840" indent="0">
              <a:buNone/>
              <a:defRPr sz="4320"/>
            </a:lvl3pPr>
            <a:lvl4pPr marL="4937760" indent="0">
              <a:buNone/>
              <a:defRPr sz="3600"/>
            </a:lvl4pPr>
            <a:lvl5pPr marL="6583680" indent="0">
              <a:buNone/>
              <a:defRPr sz="3600"/>
            </a:lvl5pPr>
            <a:lvl6pPr marL="8229600" indent="0">
              <a:buNone/>
              <a:defRPr sz="3600"/>
            </a:lvl6pPr>
            <a:lvl7pPr marL="9875520" indent="0">
              <a:buNone/>
              <a:defRPr sz="3600"/>
            </a:lvl7pPr>
            <a:lvl8pPr marL="11521440" indent="0">
              <a:buNone/>
              <a:defRPr sz="3600"/>
            </a:lvl8pPr>
            <a:lvl9pPr marL="13167360" indent="0">
              <a:buNone/>
              <a:defRPr sz="3600"/>
            </a:lvl9pPr>
          </a:lstStyle>
          <a:p>
            <a:pPr lvl="0"/>
            <a:r>
              <a:rPr lang="en-US"/>
              <a:t>Click to edit Master text styles</a:t>
            </a:r>
          </a:p>
        </p:txBody>
      </p:sp>
      <p:sp>
        <p:nvSpPr>
          <p:cNvPr id="5" name="Date Placeholder 4"/>
          <p:cNvSpPr>
            <a:spLocks noGrp="1"/>
          </p:cNvSpPr>
          <p:nvPr>
            <p:ph type="dt" sz="half" idx="10"/>
          </p:nvPr>
        </p:nvSpPr>
        <p:spPr/>
        <p:txBody>
          <a:bodyPr/>
          <a:lstStyle/>
          <a:p>
            <a:fld id="{3F89F3ED-4019-40BB-88BE-9CFA21DCC591}" type="datetimeFigureOut">
              <a:rPr lang="en-US" smtClean="0"/>
              <a:pPr/>
              <a:t>5/28/2025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26EABE-744A-4AE3-B47C-B63E269CDEC1}" type="slidenum">
              <a:rPr lang="en-US" smtClean="0"/>
              <a:pPr/>
              <a:t>‹#›</a:t>
            </a:fld>
            <a:endParaRPr lang="en-US"/>
          </a:p>
        </p:txBody>
      </p:sp>
    </p:spTree>
    <p:extLst>
      <p:ext uri="{BB962C8B-B14F-4D97-AF65-F5344CB8AC3E}">
        <p14:creationId xmlns:p14="http://schemas.microsoft.com/office/powerpoint/2010/main" val="87545637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926075" y="23042880"/>
            <a:ext cx="30469027" cy="2720342"/>
          </a:xfrm>
        </p:spPr>
        <p:txBody>
          <a:bodyPr anchor="b">
            <a:normAutofit/>
          </a:bodyPr>
          <a:lstStyle>
            <a:lvl1pPr algn="l">
              <a:defRPr sz="11520" b="0"/>
            </a:lvl1pPr>
          </a:lstStyle>
          <a:p>
            <a:r>
              <a:rPr lang="en-US"/>
              <a:t>Click to edit Master title style</a:t>
            </a:r>
          </a:p>
        </p:txBody>
      </p:sp>
      <p:sp>
        <p:nvSpPr>
          <p:cNvPr id="3" name="Picture Placeholder 2"/>
          <p:cNvSpPr>
            <a:spLocks noGrp="1" noChangeAspect="1"/>
          </p:cNvSpPr>
          <p:nvPr>
            <p:ph type="pic" idx="1"/>
          </p:nvPr>
        </p:nvSpPr>
        <p:spPr>
          <a:xfrm>
            <a:off x="2926075" y="2926080"/>
            <a:ext cx="30469027" cy="18459446"/>
          </a:xfrm>
        </p:spPr>
        <p:txBody>
          <a:bodyPr anchor="t">
            <a:normAutofit/>
          </a:bodyPr>
          <a:lstStyle>
            <a:lvl1pPr marL="0" indent="0" algn="ctr">
              <a:buNone/>
              <a:defRPr sz="7680"/>
            </a:lvl1pPr>
            <a:lvl2pPr marL="2194560" indent="0">
              <a:buNone/>
              <a:defRPr sz="7680"/>
            </a:lvl2pPr>
            <a:lvl3pPr marL="4389120" indent="0">
              <a:buNone/>
              <a:defRPr sz="7680"/>
            </a:lvl3pPr>
            <a:lvl4pPr marL="6583680" indent="0">
              <a:buNone/>
              <a:defRPr sz="7680"/>
            </a:lvl4pPr>
            <a:lvl5pPr marL="8778240" indent="0">
              <a:buNone/>
              <a:defRPr sz="7680"/>
            </a:lvl5pPr>
            <a:lvl6pPr marL="10972800" indent="0">
              <a:buNone/>
              <a:defRPr sz="7680"/>
            </a:lvl6pPr>
            <a:lvl7pPr marL="13167360" indent="0">
              <a:buNone/>
              <a:defRPr sz="7680"/>
            </a:lvl7pPr>
            <a:lvl8pPr marL="15361920" indent="0">
              <a:buNone/>
              <a:defRPr sz="7680"/>
            </a:lvl8pPr>
            <a:lvl9pPr marL="17556480" indent="0">
              <a:buNone/>
              <a:defRPr sz="7680"/>
            </a:lvl9pPr>
          </a:lstStyle>
          <a:p>
            <a:r>
              <a:rPr lang="en-US"/>
              <a:t>Click icon to add picture</a:t>
            </a:r>
          </a:p>
        </p:txBody>
      </p:sp>
      <p:sp>
        <p:nvSpPr>
          <p:cNvPr id="4" name="Text Placeholder 3"/>
          <p:cNvSpPr>
            <a:spLocks noGrp="1"/>
          </p:cNvSpPr>
          <p:nvPr>
            <p:ph type="body" sz="half" idx="2"/>
          </p:nvPr>
        </p:nvSpPr>
        <p:spPr>
          <a:xfrm>
            <a:off x="2926075" y="25763223"/>
            <a:ext cx="30469027" cy="3235315"/>
          </a:xfrm>
        </p:spPr>
        <p:txBody>
          <a:bodyPr>
            <a:normAutofit/>
          </a:bodyPr>
          <a:lstStyle>
            <a:lvl1pPr marL="0" indent="0">
              <a:buNone/>
              <a:defRPr sz="5760"/>
            </a:lvl1pPr>
            <a:lvl2pPr marL="2194560" indent="0">
              <a:buNone/>
              <a:defRPr sz="5760"/>
            </a:lvl2pPr>
            <a:lvl3pPr marL="4389120" indent="0">
              <a:buNone/>
              <a:defRPr sz="4800"/>
            </a:lvl3pPr>
            <a:lvl4pPr marL="6583680" indent="0">
              <a:buNone/>
              <a:defRPr sz="4320"/>
            </a:lvl4pPr>
            <a:lvl5pPr marL="8778240" indent="0">
              <a:buNone/>
              <a:defRPr sz="4320"/>
            </a:lvl5pPr>
            <a:lvl6pPr marL="10972800" indent="0">
              <a:buNone/>
              <a:defRPr sz="4320"/>
            </a:lvl6pPr>
            <a:lvl7pPr marL="13167360" indent="0">
              <a:buNone/>
              <a:defRPr sz="4320"/>
            </a:lvl7pPr>
            <a:lvl8pPr marL="15361920" indent="0">
              <a:buNone/>
              <a:defRPr sz="4320"/>
            </a:lvl8pPr>
            <a:lvl9pPr marL="17556480" indent="0">
              <a:buNone/>
              <a:defRPr sz="4320"/>
            </a:lvl9pPr>
          </a:lstStyle>
          <a:p>
            <a:pPr lvl="0"/>
            <a:r>
              <a:rPr lang="en-US"/>
              <a:t>Click to edit Master text styles</a:t>
            </a:r>
          </a:p>
        </p:txBody>
      </p:sp>
      <p:sp>
        <p:nvSpPr>
          <p:cNvPr id="5" name="Date Placeholder 4"/>
          <p:cNvSpPr>
            <a:spLocks noGrp="1"/>
          </p:cNvSpPr>
          <p:nvPr>
            <p:ph type="dt" sz="half" idx="10"/>
          </p:nvPr>
        </p:nvSpPr>
        <p:spPr/>
        <p:txBody>
          <a:bodyPr/>
          <a:lstStyle/>
          <a:p>
            <a:fld id="{3F89F3ED-4019-40BB-88BE-9CFA21DCC591}" type="datetimeFigureOut">
              <a:rPr lang="en-US" smtClean="0"/>
              <a:pPr/>
              <a:t>5/28/2025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26EABE-744A-4AE3-B47C-B63E269CDEC1}" type="slidenum">
              <a:rPr lang="en-US" smtClean="0"/>
              <a:pPr/>
              <a:t>‹#›</a:t>
            </a:fld>
            <a:endParaRPr lang="en-US"/>
          </a:p>
        </p:txBody>
      </p:sp>
    </p:spTree>
    <p:extLst>
      <p:ext uri="{BB962C8B-B14F-4D97-AF65-F5344CB8AC3E}">
        <p14:creationId xmlns:p14="http://schemas.microsoft.com/office/powerpoint/2010/main" val="307889994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926080" y="2926080"/>
            <a:ext cx="30469027" cy="16337280"/>
          </a:xfrm>
        </p:spPr>
        <p:txBody>
          <a:bodyPr anchor="ctr">
            <a:normAutofit/>
          </a:bodyPr>
          <a:lstStyle>
            <a:lvl1pPr algn="l">
              <a:defRPr sz="21120" b="0" cap="none"/>
            </a:lvl1pPr>
          </a:lstStyle>
          <a:p>
            <a:r>
              <a:rPr lang="en-US"/>
              <a:t>Click to edit Master title style</a:t>
            </a:r>
          </a:p>
        </p:txBody>
      </p:sp>
      <p:sp>
        <p:nvSpPr>
          <p:cNvPr id="3" name="Text Placeholder 2"/>
          <p:cNvSpPr>
            <a:spLocks noGrp="1"/>
          </p:cNvSpPr>
          <p:nvPr>
            <p:ph type="body" idx="1"/>
          </p:nvPr>
        </p:nvSpPr>
        <p:spPr>
          <a:xfrm>
            <a:off x="2926080" y="21457920"/>
            <a:ext cx="30469027" cy="7540618"/>
          </a:xfrm>
        </p:spPr>
        <p:txBody>
          <a:bodyPr anchor="ctr">
            <a:normAutofit/>
          </a:bodyPr>
          <a:lstStyle>
            <a:lvl1pPr marL="0" indent="0" algn="l">
              <a:buNone/>
              <a:defRPr sz="8640">
                <a:solidFill>
                  <a:schemeClr val="tx1">
                    <a:lumMod val="75000"/>
                    <a:lumOff val="25000"/>
                  </a:schemeClr>
                </a:solidFill>
              </a:defRPr>
            </a:lvl1pPr>
            <a:lvl2pPr marL="2194560" indent="0">
              <a:buNone/>
              <a:defRPr sz="8640">
                <a:solidFill>
                  <a:schemeClr val="tx1">
                    <a:tint val="75000"/>
                  </a:schemeClr>
                </a:solidFill>
              </a:defRPr>
            </a:lvl2pPr>
            <a:lvl3pPr marL="4389120" indent="0">
              <a:buNone/>
              <a:defRPr sz="7680">
                <a:solidFill>
                  <a:schemeClr val="tx1">
                    <a:tint val="75000"/>
                  </a:schemeClr>
                </a:solidFill>
              </a:defRPr>
            </a:lvl3pPr>
            <a:lvl4pPr marL="6583680" indent="0">
              <a:buNone/>
              <a:defRPr sz="6720">
                <a:solidFill>
                  <a:schemeClr val="tx1">
                    <a:tint val="75000"/>
                  </a:schemeClr>
                </a:solidFill>
              </a:defRPr>
            </a:lvl4pPr>
            <a:lvl5pPr marL="8778240" indent="0">
              <a:buNone/>
              <a:defRPr sz="6720">
                <a:solidFill>
                  <a:schemeClr val="tx1">
                    <a:tint val="75000"/>
                  </a:schemeClr>
                </a:solidFill>
              </a:defRPr>
            </a:lvl5pPr>
            <a:lvl6pPr marL="10972800" indent="0">
              <a:buNone/>
              <a:defRPr sz="6720">
                <a:solidFill>
                  <a:schemeClr val="tx1">
                    <a:tint val="75000"/>
                  </a:schemeClr>
                </a:solidFill>
              </a:defRPr>
            </a:lvl6pPr>
            <a:lvl7pPr marL="13167360" indent="0">
              <a:buNone/>
              <a:defRPr sz="6720">
                <a:solidFill>
                  <a:schemeClr val="tx1">
                    <a:tint val="75000"/>
                  </a:schemeClr>
                </a:solidFill>
              </a:defRPr>
            </a:lvl7pPr>
            <a:lvl8pPr marL="15361920" indent="0">
              <a:buNone/>
              <a:defRPr sz="6720">
                <a:solidFill>
                  <a:schemeClr val="tx1">
                    <a:tint val="75000"/>
                  </a:schemeClr>
                </a:solidFill>
              </a:defRPr>
            </a:lvl8pPr>
            <a:lvl9pPr marL="17556480" indent="0">
              <a:buNone/>
              <a:defRPr sz="672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F89F3ED-4019-40BB-88BE-9CFA21DCC591}" type="datetimeFigureOut">
              <a:rPr lang="en-US" smtClean="0"/>
              <a:pPr/>
              <a:t>5/28/2025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26EABE-744A-4AE3-B47C-B63E269CDEC1}" type="slidenum">
              <a:rPr lang="en-US" smtClean="0"/>
              <a:pPr/>
              <a:t>‹#›</a:t>
            </a:fld>
            <a:endParaRPr lang="en-US"/>
          </a:p>
        </p:txBody>
      </p:sp>
    </p:spTree>
    <p:extLst>
      <p:ext uri="{BB962C8B-B14F-4D97-AF65-F5344CB8AC3E}">
        <p14:creationId xmlns:p14="http://schemas.microsoft.com/office/powerpoint/2010/main" val="13644010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719448" y="2926080"/>
            <a:ext cx="29146474" cy="14508480"/>
          </a:xfrm>
        </p:spPr>
        <p:txBody>
          <a:bodyPr anchor="ctr">
            <a:normAutofit/>
          </a:bodyPr>
          <a:lstStyle>
            <a:lvl1pPr algn="l">
              <a:defRPr sz="21120" b="0" cap="none"/>
            </a:lvl1pPr>
          </a:lstStyle>
          <a:p>
            <a:r>
              <a:rPr lang="en-US"/>
              <a:t>Click to edit Master title style</a:t>
            </a:r>
          </a:p>
        </p:txBody>
      </p:sp>
      <p:sp>
        <p:nvSpPr>
          <p:cNvPr id="23" name="Text Placeholder 9"/>
          <p:cNvSpPr>
            <a:spLocks noGrp="1"/>
          </p:cNvSpPr>
          <p:nvPr>
            <p:ph type="body" sz="quarter" idx="13"/>
          </p:nvPr>
        </p:nvSpPr>
        <p:spPr>
          <a:xfrm>
            <a:off x="5285155" y="17434560"/>
            <a:ext cx="26015059" cy="1828800"/>
          </a:xfrm>
        </p:spPr>
        <p:txBody>
          <a:bodyPr anchor="ctr">
            <a:noAutofit/>
          </a:bodyPr>
          <a:lstStyle>
            <a:lvl1pPr marL="0" indent="0">
              <a:buFontTx/>
              <a:buNone/>
              <a:defRPr sz="7680">
                <a:solidFill>
                  <a:schemeClr val="tx1">
                    <a:lumMod val="50000"/>
                    <a:lumOff val="50000"/>
                  </a:schemeClr>
                </a:solidFill>
              </a:defRPr>
            </a:lvl1pPr>
            <a:lvl2pPr marL="2194560" indent="0">
              <a:buFontTx/>
              <a:buNone/>
              <a:defRPr/>
            </a:lvl2pPr>
            <a:lvl3pPr marL="4389120" indent="0">
              <a:buFontTx/>
              <a:buNone/>
              <a:defRPr/>
            </a:lvl3pPr>
            <a:lvl4pPr marL="6583680" indent="0">
              <a:buFontTx/>
              <a:buNone/>
              <a:defRPr/>
            </a:lvl4pPr>
            <a:lvl5pPr marL="8778240" indent="0">
              <a:buFontTx/>
              <a:buNone/>
              <a:defRPr/>
            </a:lvl5pPr>
          </a:lstStyle>
          <a:p>
            <a:pPr lvl="0"/>
            <a:r>
              <a:rPr lang="en-US"/>
              <a:t>Click to edit Master text styles</a:t>
            </a:r>
          </a:p>
        </p:txBody>
      </p:sp>
      <p:sp>
        <p:nvSpPr>
          <p:cNvPr id="3" name="Text Placeholder 2"/>
          <p:cNvSpPr>
            <a:spLocks noGrp="1"/>
          </p:cNvSpPr>
          <p:nvPr>
            <p:ph type="body" idx="1"/>
          </p:nvPr>
        </p:nvSpPr>
        <p:spPr>
          <a:xfrm>
            <a:off x="2926073" y="21457920"/>
            <a:ext cx="30469032" cy="7540618"/>
          </a:xfrm>
        </p:spPr>
        <p:txBody>
          <a:bodyPr anchor="ctr">
            <a:normAutofit/>
          </a:bodyPr>
          <a:lstStyle>
            <a:lvl1pPr marL="0" indent="0" algn="l">
              <a:buNone/>
              <a:defRPr sz="8640">
                <a:solidFill>
                  <a:schemeClr val="tx1">
                    <a:lumMod val="75000"/>
                    <a:lumOff val="25000"/>
                  </a:schemeClr>
                </a:solidFill>
              </a:defRPr>
            </a:lvl1pPr>
            <a:lvl2pPr marL="2194560" indent="0">
              <a:buNone/>
              <a:defRPr sz="8640">
                <a:solidFill>
                  <a:schemeClr val="tx1">
                    <a:tint val="75000"/>
                  </a:schemeClr>
                </a:solidFill>
              </a:defRPr>
            </a:lvl2pPr>
            <a:lvl3pPr marL="4389120" indent="0">
              <a:buNone/>
              <a:defRPr sz="7680">
                <a:solidFill>
                  <a:schemeClr val="tx1">
                    <a:tint val="75000"/>
                  </a:schemeClr>
                </a:solidFill>
              </a:defRPr>
            </a:lvl3pPr>
            <a:lvl4pPr marL="6583680" indent="0">
              <a:buNone/>
              <a:defRPr sz="6720">
                <a:solidFill>
                  <a:schemeClr val="tx1">
                    <a:tint val="75000"/>
                  </a:schemeClr>
                </a:solidFill>
              </a:defRPr>
            </a:lvl4pPr>
            <a:lvl5pPr marL="8778240" indent="0">
              <a:buNone/>
              <a:defRPr sz="6720">
                <a:solidFill>
                  <a:schemeClr val="tx1">
                    <a:tint val="75000"/>
                  </a:schemeClr>
                </a:solidFill>
              </a:defRPr>
            </a:lvl5pPr>
            <a:lvl6pPr marL="10972800" indent="0">
              <a:buNone/>
              <a:defRPr sz="6720">
                <a:solidFill>
                  <a:schemeClr val="tx1">
                    <a:tint val="75000"/>
                  </a:schemeClr>
                </a:solidFill>
              </a:defRPr>
            </a:lvl6pPr>
            <a:lvl7pPr marL="13167360" indent="0">
              <a:buNone/>
              <a:defRPr sz="6720">
                <a:solidFill>
                  <a:schemeClr val="tx1">
                    <a:tint val="75000"/>
                  </a:schemeClr>
                </a:solidFill>
              </a:defRPr>
            </a:lvl7pPr>
            <a:lvl8pPr marL="15361920" indent="0">
              <a:buNone/>
              <a:defRPr sz="6720">
                <a:solidFill>
                  <a:schemeClr val="tx1">
                    <a:tint val="75000"/>
                  </a:schemeClr>
                </a:solidFill>
              </a:defRPr>
            </a:lvl8pPr>
            <a:lvl9pPr marL="17556480" indent="0">
              <a:buNone/>
              <a:defRPr sz="672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F89F3ED-4019-40BB-88BE-9CFA21DCC591}" type="datetimeFigureOut">
              <a:rPr lang="en-US" smtClean="0"/>
              <a:pPr/>
              <a:t>5/28/2025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26EABE-744A-4AE3-B47C-B63E269CDEC1}" type="slidenum">
              <a:rPr lang="en-US" smtClean="0"/>
              <a:pPr/>
              <a:t>‹#›</a:t>
            </a:fld>
            <a:endParaRPr lang="en-US"/>
          </a:p>
        </p:txBody>
      </p:sp>
      <p:sp>
        <p:nvSpPr>
          <p:cNvPr id="24" name="TextBox 23"/>
          <p:cNvSpPr txBox="1"/>
          <p:nvPr/>
        </p:nvSpPr>
        <p:spPr>
          <a:xfrm>
            <a:off x="2317015" y="3793814"/>
            <a:ext cx="2195131" cy="2806925"/>
          </a:xfrm>
          <a:prstGeom prst="rect">
            <a:avLst/>
          </a:prstGeom>
        </p:spPr>
        <p:txBody>
          <a:bodyPr vert="horz" lIns="438912" tIns="219456" rIns="438912" bIns="219456" rtlCol="0" anchor="ctr">
            <a:noAutofit/>
          </a:bodyPr>
          <a:lstStyle/>
          <a:p>
            <a:pPr lvl="0"/>
            <a:r>
              <a:rPr lang="en-US" sz="38400" baseline="0">
                <a:ln w="3175" cmpd="sng">
                  <a:noFill/>
                </a:ln>
                <a:solidFill>
                  <a:schemeClr val="accent1">
                    <a:lumMod val="60000"/>
                    <a:lumOff val="40000"/>
                  </a:schemeClr>
                </a:solidFill>
                <a:effectLst/>
                <a:latin typeface="Arial"/>
              </a:rPr>
              <a:t>“</a:t>
            </a:r>
          </a:p>
        </p:txBody>
      </p:sp>
      <p:sp>
        <p:nvSpPr>
          <p:cNvPr id="25" name="TextBox 24"/>
          <p:cNvSpPr txBox="1"/>
          <p:nvPr/>
        </p:nvSpPr>
        <p:spPr>
          <a:xfrm>
            <a:off x="32388958" y="13855469"/>
            <a:ext cx="2195131" cy="2806925"/>
          </a:xfrm>
          <a:prstGeom prst="rect">
            <a:avLst/>
          </a:prstGeom>
        </p:spPr>
        <p:txBody>
          <a:bodyPr vert="horz" lIns="438912" tIns="219456" rIns="438912" bIns="219456" rtlCol="0" anchor="ctr">
            <a:noAutofit/>
          </a:bodyPr>
          <a:lstStyle/>
          <a:p>
            <a:pPr lvl="0"/>
            <a:r>
              <a:rPr lang="en-US" sz="38400" baseline="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80025239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926073" y="9273542"/>
            <a:ext cx="30469032" cy="12458208"/>
          </a:xfrm>
        </p:spPr>
        <p:txBody>
          <a:bodyPr anchor="b">
            <a:normAutofit/>
          </a:bodyPr>
          <a:lstStyle>
            <a:lvl1pPr algn="l">
              <a:defRPr sz="21120" b="0" cap="none"/>
            </a:lvl1pPr>
          </a:lstStyle>
          <a:p>
            <a:r>
              <a:rPr lang="en-US"/>
              <a:t>Click to edit Master title style</a:t>
            </a:r>
          </a:p>
        </p:txBody>
      </p:sp>
      <p:sp>
        <p:nvSpPr>
          <p:cNvPr id="3" name="Text Placeholder 2"/>
          <p:cNvSpPr>
            <a:spLocks noGrp="1"/>
          </p:cNvSpPr>
          <p:nvPr>
            <p:ph type="body" idx="1"/>
          </p:nvPr>
        </p:nvSpPr>
        <p:spPr>
          <a:xfrm>
            <a:off x="2926073" y="21731751"/>
            <a:ext cx="30469032" cy="7266787"/>
          </a:xfrm>
        </p:spPr>
        <p:txBody>
          <a:bodyPr anchor="t">
            <a:normAutofit/>
          </a:bodyPr>
          <a:lstStyle>
            <a:lvl1pPr marL="0" indent="0" algn="l">
              <a:buNone/>
              <a:defRPr sz="8640">
                <a:solidFill>
                  <a:schemeClr val="tx1">
                    <a:lumMod val="75000"/>
                    <a:lumOff val="25000"/>
                  </a:schemeClr>
                </a:solidFill>
              </a:defRPr>
            </a:lvl1pPr>
            <a:lvl2pPr marL="2194560" indent="0">
              <a:buNone/>
              <a:defRPr sz="8640">
                <a:solidFill>
                  <a:schemeClr val="tx1">
                    <a:tint val="75000"/>
                  </a:schemeClr>
                </a:solidFill>
              </a:defRPr>
            </a:lvl2pPr>
            <a:lvl3pPr marL="4389120" indent="0">
              <a:buNone/>
              <a:defRPr sz="7680">
                <a:solidFill>
                  <a:schemeClr val="tx1">
                    <a:tint val="75000"/>
                  </a:schemeClr>
                </a:solidFill>
              </a:defRPr>
            </a:lvl3pPr>
            <a:lvl4pPr marL="6583680" indent="0">
              <a:buNone/>
              <a:defRPr sz="6720">
                <a:solidFill>
                  <a:schemeClr val="tx1">
                    <a:tint val="75000"/>
                  </a:schemeClr>
                </a:solidFill>
              </a:defRPr>
            </a:lvl4pPr>
            <a:lvl5pPr marL="8778240" indent="0">
              <a:buNone/>
              <a:defRPr sz="6720">
                <a:solidFill>
                  <a:schemeClr val="tx1">
                    <a:tint val="75000"/>
                  </a:schemeClr>
                </a:solidFill>
              </a:defRPr>
            </a:lvl5pPr>
            <a:lvl6pPr marL="10972800" indent="0">
              <a:buNone/>
              <a:defRPr sz="6720">
                <a:solidFill>
                  <a:schemeClr val="tx1">
                    <a:tint val="75000"/>
                  </a:schemeClr>
                </a:solidFill>
              </a:defRPr>
            </a:lvl6pPr>
            <a:lvl7pPr marL="13167360" indent="0">
              <a:buNone/>
              <a:defRPr sz="6720">
                <a:solidFill>
                  <a:schemeClr val="tx1">
                    <a:tint val="75000"/>
                  </a:schemeClr>
                </a:solidFill>
              </a:defRPr>
            </a:lvl7pPr>
            <a:lvl8pPr marL="15361920" indent="0">
              <a:buNone/>
              <a:defRPr sz="6720">
                <a:solidFill>
                  <a:schemeClr val="tx1">
                    <a:tint val="75000"/>
                  </a:schemeClr>
                </a:solidFill>
              </a:defRPr>
            </a:lvl8pPr>
            <a:lvl9pPr marL="17556480" indent="0">
              <a:buNone/>
              <a:defRPr sz="672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F89F3ED-4019-40BB-88BE-9CFA21DCC591}" type="datetimeFigureOut">
              <a:rPr lang="en-US" smtClean="0"/>
              <a:pPr/>
              <a:t>5/28/2025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26EABE-744A-4AE3-B47C-B63E269CDEC1}" type="slidenum">
              <a:rPr lang="en-US" smtClean="0"/>
              <a:pPr/>
              <a:t>‹#›</a:t>
            </a:fld>
            <a:endParaRPr lang="en-US"/>
          </a:p>
        </p:txBody>
      </p:sp>
    </p:spTree>
    <p:extLst>
      <p:ext uri="{BB962C8B-B14F-4D97-AF65-F5344CB8AC3E}">
        <p14:creationId xmlns:p14="http://schemas.microsoft.com/office/powerpoint/2010/main" val="42787193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3719448" y="2926080"/>
            <a:ext cx="29146474" cy="14508480"/>
          </a:xfrm>
        </p:spPr>
        <p:txBody>
          <a:bodyPr anchor="ctr">
            <a:normAutofit/>
          </a:bodyPr>
          <a:lstStyle>
            <a:lvl1pPr algn="l">
              <a:defRPr sz="21120" b="0" cap="none"/>
            </a:lvl1pPr>
          </a:lstStyle>
          <a:p>
            <a:r>
              <a:rPr lang="en-US"/>
              <a:t>Click to edit Master title style</a:t>
            </a:r>
          </a:p>
        </p:txBody>
      </p:sp>
      <p:sp>
        <p:nvSpPr>
          <p:cNvPr id="23" name="Text Placeholder 9"/>
          <p:cNvSpPr>
            <a:spLocks noGrp="1"/>
          </p:cNvSpPr>
          <p:nvPr>
            <p:ph type="body" sz="quarter" idx="13"/>
          </p:nvPr>
        </p:nvSpPr>
        <p:spPr>
          <a:xfrm>
            <a:off x="2926066" y="19263360"/>
            <a:ext cx="30469037" cy="2468390"/>
          </a:xfrm>
        </p:spPr>
        <p:txBody>
          <a:bodyPr anchor="b">
            <a:noAutofit/>
          </a:bodyPr>
          <a:lstStyle>
            <a:lvl1pPr marL="0" indent="0">
              <a:buFontTx/>
              <a:buNone/>
              <a:defRPr sz="11520">
                <a:solidFill>
                  <a:schemeClr val="tx1">
                    <a:lumMod val="75000"/>
                    <a:lumOff val="25000"/>
                  </a:schemeClr>
                </a:solidFill>
              </a:defRPr>
            </a:lvl1pPr>
            <a:lvl2pPr marL="2194560" indent="0">
              <a:buFontTx/>
              <a:buNone/>
              <a:defRPr/>
            </a:lvl2pPr>
            <a:lvl3pPr marL="4389120" indent="0">
              <a:buFontTx/>
              <a:buNone/>
              <a:defRPr/>
            </a:lvl3pPr>
            <a:lvl4pPr marL="6583680" indent="0">
              <a:buFontTx/>
              <a:buNone/>
              <a:defRPr/>
            </a:lvl4pPr>
            <a:lvl5pPr marL="8778240" indent="0">
              <a:buFontTx/>
              <a:buNone/>
              <a:defRPr/>
            </a:lvl5pPr>
          </a:lstStyle>
          <a:p>
            <a:pPr lvl="0"/>
            <a:r>
              <a:rPr lang="en-US"/>
              <a:t>Click to edit Master text styles</a:t>
            </a:r>
          </a:p>
        </p:txBody>
      </p:sp>
      <p:sp>
        <p:nvSpPr>
          <p:cNvPr id="3" name="Text Placeholder 2"/>
          <p:cNvSpPr>
            <a:spLocks noGrp="1"/>
          </p:cNvSpPr>
          <p:nvPr>
            <p:ph type="body" idx="1"/>
          </p:nvPr>
        </p:nvSpPr>
        <p:spPr>
          <a:xfrm>
            <a:off x="2926073" y="21731751"/>
            <a:ext cx="30469032" cy="7266787"/>
          </a:xfrm>
        </p:spPr>
        <p:txBody>
          <a:bodyPr anchor="t">
            <a:normAutofit/>
          </a:bodyPr>
          <a:lstStyle>
            <a:lvl1pPr marL="0" indent="0" algn="l">
              <a:buNone/>
              <a:defRPr sz="8640">
                <a:solidFill>
                  <a:schemeClr val="tx1">
                    <a:lumMod val="50000"/>
                    <a:lumOff val="50000"/>
                  </a:schemeClr>
                </a:solidFill>
              </a:defRPr>
            </a:lvl1pPr>
            <a:lvl2pPr marL="2194560" indent="0">
              <a:buNone/>
              <a:defRPr sz="8640">
                <a:solidFill>
                  <a:schemeClr val="tx1">
                    <a:tint val="75000"/>
                  </a:schemeClr>
                </a:solidFill>
              </a:defRPr>
            </a:lvl2pPr>
            <a:lvl3pPr marL="4389120" indent="0">
              <a:buNone/>
              <a:defRPr sz="7680">
                <a:solidFill>
                  <a:schemeClr val="tx1">
                    <a:tint val="75000"/>
                  </a:schemeClr>
                </a:solidFill>
              </a:defRPr>
            </a:lvl3pPr>
            <a:lvl4pPr marL="6583680" indent="0">
              <a:buNone/>
              <a:defRPr sz="6720">
                <a:solidFill>
                  <a:schemeClr val="tx1">
                    <a:tint val="75000"/>
                  </a:schemeClr>
                </a:solidFill>
              </a:defRPr>
            </a:lvl4pPr>
            <a:lvl5pPr marL="8778240" indent="0">
              <a:buNone/>
              <a:defRPr sz="6720">
                <a:solidFill>
                  <a:schemeClr val="tx1">
                    <a:tint val="75000"/>
                  </a:schemeClr>
                </a:solidFill>
              </a:defRPr>
            </a:lvl5pPr>
            <a:lvl6pPr marL="10972800" indent="0">
              <a:buNone/>
              <a:defRPr sz="6720">
                <a:solidFill>
                  <a:schemeClr val="tx1">
                    <a:tint val="75000"/>
                  </a:schemeClr>
                </a:solidFill>
              </a:defRPr>
            </a:lvl6pPr>
            <a:lvl7pPr marL="13167360" indent="0">
              <a:buNone/>
              <a:defRPr sz="6720">
                <a:solidFill>
                  <a:schemeClr val="tx1">
                    <a:tint val="75000"/>
                  </a:schemeClr>
                </a:solidFill>
              </a:defRPr>
            </a:lvl7pPr>
            <a:lvl8pPr marL="15361920" indent="0">
              <a:buNone/>
              <a:defRPr sz="6720">
                <a:solidFill>
                  <a:schemeClr val="tx1">
                    <a:tint val="75000"/>
                  </a:schemeClr>
                </a:solidFill>
              </a:defRPr>
            </a:lvl8pPr>
            <a:lvl9pPr marL="17556480" indent="0">
              <a:buNone/>
              <a:defRPr sz="672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F89F3ED-4019-40BB-88BE-9CFA21DCC591}" type="datetimeFigureOut">
              <a:rPr lang="en-US" smtClean="0"/>
              <a:pPr/>
              <a:t>5/28/2025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26EABE-744A-4AE3-B47C-B63E269CDEC1}" type="slidenum">
              <a:rPr lang="en-US" smtClean="0"/>
              <a:pPr/>
              <a:t>‹#›</a:t>
            </a:fld>
            <a:endParaRPr lang="en-US"/>
          </a:p>
        </p:txBody>
      </p:sp>
      <p:sp>
        <p:nvSpPr>
          <p:cNvPr id="24" name="TextBox 23"/>
          <p:cNvSpPr txBox="1"/>
          <p:nvPr/>
        </p:nvSpPr>
        <p:spPr>
          <a:xfrm>
            <a:off x="2317015" y="3793814"/>
            <a:ext cx="2195131" cy="2806925"/>
          </a:xfrm>
          <a:prstGeom prst="rect">
            <a:avLst/>
          </a:prstGeom>
        </p:spPr>
        <p:txBody>
          <a:bodyPr vert="horz" lIns="438912" tIns="219456" rIns="438912" bIns="219456" rtlCol="0" anchor="ctr">
            <a:noAutofit/>
          </a:bodyPr>
          <a:lstStyle/>
          <a:p>
            <a:pPr lvl="0"/>
            <a:r>
              <a:rPr lang="en-US" sz="38400" baseline="0">
                <a:ln w="3175" cmpd="sng">
                  <a:noFill/>
                </a:ln>
                <a:solidFill>
                  <a:schemeClr val="accent1">
                    <a:lumMod val="60000"/>
                    <a:lumOff val="40000"/>
                  </a:schemeClr>
                </a:solidFill>
                <a:effectLst/>
                <a:latin typeface="Arial"/>
              </a:rPr>
              <a:t>“</a:t>
            </a:r>
          </a:p>
        </p:txBody>
      </p:sp>
      <p:sp>
        <p:nvSpPr>
          <p:cNvPr id="25" name="TextBox 24"/>
          <p:cNvSpPr txBox="1"/>
          <p:nvPr/>
        </p:nvSpPr>
        <p:spPr>
          <a:xfrm>
            <a:off x="32388958" y="13855469"/>
            <a:ext cx="2195131" cy="2806925"/>
          </a:xfrm>
          <a:prstGeom prst="rect">
            <a:avLst/>
          </a:prstGeom>
        </p:spPr>
        <p:txBody>
          <a:bodyPr vert="horz" lIns="438912" tIns="219456" rIns="438912" bIns="219456" rtlCol="0" anchor="ctr">
            <a:noAutofit/>
          </a:bodyPr>
          <a:lstStyle/>
          <a:p>
            <a:pPr lvl="0"/>
            <a:r>
              <a:rPr lang="en-US" sz="38400" baseline="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15151133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956073" y="2926080"/>
            <a:ext cx="30439032" cy="14508480"/>
          </a:xfrm>
        </p:spPr>
        <p:txBody>
          <a:bodyPr anchor="ctr">
            <a:normAutofit/>
          </a:bodyPr>
          <a:lstStyle>
            <a:lvl1pPr algn="l">
              <a:defRPr sz="21120" b="0" cap="none"/>
            </a:lvl1pPr>
          </a:lstStyle>
          <a:p>
            <a:r>
              <a:rPr lang="en-US"/>
              <a:t>Click to edit Master title style</a:t>
            </a:r>
          </a:p>
        </p:txBody>
      </p:sp>
      <p:sp>
        <p:nvSpPr>
          <p:cNvPr id="23" name="Text Placeholder 9"/>
          <p:cNvSpPr>
            <a:spLocks noGrp="1"/>
          </p:cNvSpPr>
          <p:nvPr>
            <p:ph type="body" sz="quarter" idx="13"/>
          </p:nvPr>
        </p:nvSpPr>
        <p:spPr>
          <a:xfrm>
            <a:off x="2926066" y="19263360"/>
            <a:ext cx="30469037" cy="2468390"/>
          </a:xfrm>
        </p:spPr>
        <p:txBody>
          <a:bodyPr anchor="b">
            <a:noAutofit/>
          </a:bodyPr>
          <a:lstStyle>
            <a:lvl1pPr marL="0" indent="0">
              <a:buFontTx/>
              <a:buNone/>
              <a:defRPr sz="11520">
                <a:solidFill>
                  <a:schemeClr val="accent1"/>
                </a:solidFill>
              </a:defRPr>
            </a:lvl1pPr>
            <a:lvl2pPr marL="2194560" indent="0">
              <a:buFontTx/>
              <a:buNone/>
              <a:defRPr/>
            </a:lvl2pPr>
            <a:lvl3pPr marL="4389120" indent="0">
              <a:buFontTx/>
              <a:buNone/>
              <a:defRPr/>
            </a:lvl3pPr>
            <a:lvl4pPr marL="6583680" indent="0">
              <a:buFontTx/>
              <a:buNone/>
              <a:defRPr/>
            </a:lvl4pPr>
            <a:lvl5pPr marL="8778240" indent="0">
              <a:buFontTx/>
              <a:buNone/>
              <a:defRPr/>
            </a:lvl5pPr>
          </a:lstStyle>
          <a:p>
            <a:pPr lvl="0"/>
            <a:r>
              <a:rPr lang="en-US"/>
              <a:t>Click to edit Master text styles</a:t>
            </a:r>
          </a:p>
        </p:txBody>
      </p:sp>
      <p:sp>
        <p:nvSpPr>
          <p:cNvPr id="3" name="Text Placeholder 2"/>
          <p:cNvSpPr>
            <a:spLocks noGrp="1"/>
          </p:cNvSpPr>
          <p:nvPr>
            <p:ph type="body" idx="1"/>
          </p:nvPr>
        </p:nvSpPr>
        <p:spPr>
          <a:xfrm>
            <a:off x="2926073" y="21731751"/>
            <a:ext cx="30469032" cy="7266787"/>
          </a:xfrm>
        </p:spPr>
        <p:txBody>
          <a:bodyPr anchor="t">
            <a:normAutofit/>
          </a:bodyPr>
          <a:lstStyle>
            <a:lvl1pPr marL="0" indent="0" algn="l">
              <a:buNone/>
              <a:defRPr sz="8640">
                <a:solidFill>
                  <a:schemeClr val="tx1">
                    <a:lumMod val="50000"/>
                    <a:lumOff val="50000"/>
                  </a:schemeClr>
                </a:solidFill>
              </a:defRPr>
            </a:lvl1pPr>
            <a:lvl2pPr marL="2194560" indent="0">
              <a:buNone/>
              <a:defRPr sz="8640">
                <a:solidFill>
                  <a:schemeClr val="tx1">
                    <a:tint val="75000"/>
                  </a:schemeClr>
                </a:solidFill>
              </a:defRPr>
            </a:lvl2pPr>
            <a:lvl3pPr marL="4389120" indent="0">
              <a:buNone/>
              <a:defRPr sz="7680">
                <a:solidFill>
                  <a:schemeClr val="tx1">
                    <a:tint val="75000"/>
                  </a:schemeClr>
                </a:solidFill>
              </a:defRPr>
            </a:lvl3pPr>
            <a:lvl4pPr marL="6583680" indent="0">
              <a:buNone/>
              <a:defRPr sz="6720">
                <a:solidFill>
                  <a:schemeClr val="tx1">
                    <a:tint val="75000"/>
                  </a:schemeClr>
                </a:solidFill>
              </a:defRPr>
            </a:lvl4pPr>
            <a:lvl5pPr marL="8778240" indent="0">
              <a:buNone/>
              <a:defRPr sz="6720">
                <a:solidFill>
                  <a:schemeClr val="tx1">
                    <a:tint val="75000"/>
                  </a:schemeClr>
                </a:solidFill>
              </a:defRPr>
            </a:lvl5pPr>
            <a:lvl6pPr marL="10972800" indent="0">
              <a:buNone/>
              <a:defRPr sz="6720">
                <a:solidFill>
                  <a:schemeClr val="tx1">
                    <a:tint val="75000"/>
                  </a:schemeClr>
                </a:solidFill>
              </a:defRPr>
            </a:lvl6pPr>
            <a:lvl7pPr marL="13167360" indent="0">
              <a:buNone/>
              <a:defRPr sz="6720">
                <a:solidFill>
                  <a:schemeClr val="tx1">
                    <a:tint val="75000"/>
                  </a:schemeClr>
                </a:solidFill>
              </a:defRPr>
            </a:lvl7pPr>
            <a:lvl8pPr marL="15361920" indent="0">
              <a:buNone/>
              <a:defRPr sz="6720">
                <a:solidFill>
                  <a:schemeClr val="tx1">
                    <a:tint val="75000"/>
                  </a:schemeClr>
                </a:solidFill>
              </a:defRPr>
            </a:lvl8pPr>
            <a:lvl9pPr marL="17556480" indent="0">
              <a:buNone/>
              <a:defRPr sz="672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F89F3ED-4019-40BB-88BE-9CFA21DCC591}" type="datetimeFigureOut">
              <a:rPr lang="en-US" smtClean="0"/>
              <a:pPr/>
              <a:t>5/28/2025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26EABE-744A-4AE3-B47C-B63E269CDEC1}" type="slidenum">
              <a:rPr lang="en-US" smtClean="0"/>
              <a:pPr/>
              <a:t>‹#›</a:t>
            </a:fld>
            <a:endParaRPr lang="en-US"/>
          </a:p>
        </p:txBody>
      </p:sp>
    </p:spTree>
    <p:extLst>
      <p:ext uri="{BB962C8B-B14F-4D97-AF65-F5344CB8AC3E}">
        <p14:creationId xmlns:p14="http://schemas.microsoft.com/office/powerpoint/2010/main" val="296116034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F89F3ED-4019-40BB-88BE-9CFA21DCC591}" type="datetimeFigureOut">
              <a:rPr lang="en-US" smtClean="0"/>
              <a:pPr/>
              <a:t>5/28/2025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26EABE-744A-4AE3-B47C-B63E269CDEC1}" type="slidenum">
              <a:rPr lang="en-US" smtClean="0"/>
              <a:pPr/>
              <a:t>‹#›</a:t>
            </a:fld>
            <a:endParaRPr lang="en-US"/>
          </a:p>
        </p:txBody>
      </p:sp>
    </p:spTree>
    <p:extLst>
      <p:ext uri="{BB962C8B-B14F-4D97-AF65-F5344CB8AC3E}">
        <p14:creationId xmlns:p14="http://schemas.microsoft.com/office/powerpoint/2010/main" val="424136842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28691097" y="2926082"/>
            <a:ext cx="4698298" cy="25206965"/>
          </a:xfrm>
        </p:spPr>
        <p:txBody>
          <a:bodyPr vert="eaVert" anchor="ctr"/>
          <a:lstStyle/>
          <a:p>
            <a:r>
              <a:rPr lang="en-US"/>
              <a:t>Click to edit Master title style</a:t>
            </a:r>
          </a:p>
        </p:txBody>
      </p:sp>
      <p:sp>
        <p:nvSpPr>
          <p:cNvPr id="3" name="Vertical Text Placeholder 2"/>
          <p:cNvSpPr>
            <a:spLocks noGrp="1"/>
          </p:cNvSpPr>
          <p:nvPr>
            <p:ph type="body" orient="vert" idx="1"/>
          </p:nvPr>
        </p:nvSpPr>
        <p:spPr>
          <a:xfrm>
            <a:off x="2926075" y="2926082"/>
            <a:ext cx="24936125" cy="2520696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F89F3ED-4019-40BB-88BE-9CFA21DCC591}" type="datetimeFigureOut">
              <a:rPr lang="en-US" smtClean="0"/>
              <a:pPr/>
              <a:t>5/28/2025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26EABE-744A-4AE3-B47C-B63E269CDEC1}" type="slidenum">
              <a:rPr lang="en-US" smtClean="0"/>
              <a:pPr/>
              <a:t>‹#›</a:t>
            </a:fld>
            <a:endParaRPr lang="en-US"/>
          </a:p>
        </p:txBody>
      </p:sp>
    </p:spTree>
    <p:extLst>
      <p:ext uri="{BB962C8B-B14F-4D97-AF65-F5344CB8AC3E}">
        <p14:creationId xmlns:p14="http://schemas.microsoft.com/office/powerpoint/2010/main" val="207932517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17" name="Group 16"/>
          <p:cNvGrpSpPr/>
          <p:nvPr/>
        </p:nvGrpSpPr>
        <p:grpSpPr>
          <a:xfrm>
            <a:off x="-40639" y="-40644"/>
            <a:ext cx="44022322" cy="32999688"/>
            <a:chOff x="-8467" y="-8468"/>
            <a:chExt cx="9171317" cy="6874935"/>
          </a:xfrm>
        </p:grpSpPr>
        <p:sp>
          <p:nvSpPr>
            <p:cNvPr id="7" name="Freeform 6"/>
            <p:cNvSpPr/>
            <p:nvPr/>
          </p:nvSpPr>
          <p:spPr>
            <a:xfrm>
              <a:off x="-8467" y="4013200"/>
              <a:ext cx="457200" cy="2853267"/>
            </a:xfrm>
            <a:custGeom>
              <a:avLst/>
              <a:gdLst/>
              <a:ahLst/>
              <a:cxnLst/>
              <a:rect l="l" t="t" r="r" b="b"/>
              <a:pathLst>
                <a:path w="457200" h="2853267">
                  <a:moveTo>
                    <a:pt x="0" y="0"/>
                  </a:moveTo>
                  <a:lnTo>
                    <a:pt x="457200" y="2853267"/>
                  </a:lnTo>
                  <a:lnTo>
                    <a:pt x="0" y="2844800"/>
                  </a:lnTo>
                  <a:cubicBezTo>
                    <a:pt x="2822" y="1905000"/>
                    <a:pt x="5645" y="965200"/>
                    <a:pt x="0" y="0"/>
                  </a:cubicBez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8" name="Straight Connector 7"/>
            <p:cNvCxnSpPr/>
            <p:nvPr/>
          </p:nvCxnSpPr>
          <p:spPr>
            <a:xfrm flipV="1">
              <a:off x="5130830" y="4175605"/>
              <a:ext cx="4022475" cy="2682396"/>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9" name="Straight Connector 8"/>
            <p:cNvCxnSpPr/>
            <p:nvPr/>
          </p:nvCxnSpPr>
          <p:spPr>
            <a:xfrm>
              <a:off x="7042707"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10" name="Freeform 9"/>
            <p:cNvSpPr/>
            <p:nvPr/>
          </p:nvSpPr>
          <p:spPr>
            <a:xfrm>
              <a:off x="6891896" y="1"/>
              <a:ext cx="2269442" cy="6866466"/>
            </a:xfrm>
            <a:custGeom>
              <a:avLst/>
              <a:gdLst/>
              <a:ahLst/>
              <a:cxnLst/>
              <a:rect l="l" t="t" r="r" b="b"/>
              <a:pathLst>
                <a:path w="2269442" h="6866466">
                  <a:moveTo>
                    <a:pt x="2023534" y="0"/>
                  </a:moveTo>
                  <a:lnTo>
                    <a:pt x="0" y="6858000"/>
                  </a:lnTo>
                  <a:lnTo>
                    <a:pt x="2269067" y="6866466"/>
                  </a:lnTo>
                  <a:cubicBezTo>
                    <a:pt x="2271889" y="4580466"/>
                    <a:pt x="2257778" y="2294466"/>
                    <a:pt x="2260600" y="8466"/>
                  </a:cubicBezTo>
                  <a:lnTo>
                    <a:pt x="2023534"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10"/>
            <p:cNvSpPr/>
            <p:nvPr/>
          </p:nvSpPr>
          <p:spPr>
            <a:xfrm>
              <a:off x="7205158" y="-8467"/>
              <a:ext cx="1948147" cy="6866467"/>
            </a:xfrm>
            <a:custGeom>
              <a:avLst/>
              <a:gdLst/>
              <a:ahLst/>
              <a:cxnLst/>
              <a:rect l="l" t="t" r="r" b="b"/>
              <a:pathLst>
                <a:path w="1948147" h="6866467">
                  <a:moveTo>
                    <a:pt x="0" y="0"/>
                  </a:moveTo>
                  <a:lnTo>
                    <a:pt x="1202267" y="6866467"/>
                  </a:lnTo>
                  <a:lnTo>
                    <a:pt x="1947333" y="6866467"/>
                  </a:lnTo>
                  <a:cubicBezTo>
                    <a:pt x="1944511" y="4577645"/>
                    <a:pt x="1950155" y="2288822"/>
                    <a:pt x="1947333" y="0"/>
                  </a:cubicBez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2" name="Freeform 11"/>
            <p:cNvSpPr/>
            <p:nvPr/>
          </p:nvSpPr>
          <p:spPr>
            <a:xfrm>
              <a:off x="6637896" y="3920066"/>
              <a:ext cx="2513565" cy="2937933"/>
            </a:xfrm>
            <a:custGeom>
              <a:avLst/>
              <a:gdLst/>
              <a:ahLst/>
              <a:cxnLst/>
              <a:rect l="l" t="t" r="r" b="b"/>
              <a:pathLst>
                <a:path w="3259667" h="3810000">
                  <a:moveTo>
                    <a:pt x="0" y="3810000"/>
                  </a:moveTo>
                  <a:lnTo>
                    <a:pt x="3251200" y="0"/>
                  </a:lnTo>
                  <a:cubicBezTo>
                    <a:pt x="3254022" y="1270000"/>
                    <a:pt x="3256845" y="2540000"/>
                    <a:pt x="3259667" y="3810000"/>
                  </a:cubicBezTo>
                  <a:lnTo>
                    <a:pt x="0" y="3810000"/>
                  </a:lnTo>
                  <a:close/>
                </a:path>
              </a:pathLst>
            </a:cu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3" name="Freeform 12"/>
            <p:cNvSpPr/>
            <p:nvPr/>
          </p:nvSpPr>
          <p:spPr>
            <a:xfrm>
              <a:off x="7010429" y="-8467"/>
              <a:ext cx="2142876" cy="6866467"/>
            </a:xfrm>
            <a:custGeom>
              <a:avLst/>
              <a:gdLst/>
              <a:ahLst/>
              <a:cxnLst/>
              <a:rect l="l" t="t" r="r" b="b"/>
              <a:pathLst>
                <a:path w="2853267" h="6866467">
                  <a:moveTo>
                    <a:pt x="0" y="0"/>
                  </a:moveTo>
                  <a:lnTo>
                    <a:pt x="2472267" y="6866467"/>
                  </a:lnTo>
                  <a:lnTo>
                    <a:pt x="2853267" y="6858000"/>
                  </a:lnTo>
                  <a:lnTo>
                    <a:pt x="2853267" y="0"/>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4" name="Freeform 13"/>
            <p:cNvSpPr/>
            <p:nvPr/>
          </p:nvSpPr>
          <p:spPr>
            <a:xfrm>
              <a:off x="8295776" y="-8467"/>
              <a:ext cx="857530" cy="6866467"/>
            </a:xfrm>
            <a:custGeom>
              <a:avLst/>
              <a:gdLst/>
              <a:ahLst/>
              <a:cxnLst/>
              <a:rect l="l" t="t" r="r" b="b"/>
              <a:pathLst>
                <a:path w="1286933" h="6866467">
                  <a:moveTo>
                    <a:pt x="1016000" y="0"/>
                  </a:moveTo>
                  <a:lnTo>
                    <a:pt x="0" y="6866467"/>
                  </a:lnTo>
                  <a:lnTo>
                    <a:pt x="1286933" y="6866467"/>
                  </a:lnTo>
                  <a:cubicBezTo>
                    <a:pt x="1284111" y="4577645"/>
                    <a:pt x="1281288" y="2288822"/>
                    <a:pt x="1278466" y="0"/>
                  </a:cubicBezTo>
                  <a:lnTo>
                    <a:pt x="1016000"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5" name="Freeform 14"/>
            <p:cNvSpPr/>
            <p:nvPr/>
          </p:nvSpPr>
          <p:spPr>
            <a:xfrm>
              <a:off x="8094165" y="-8468"/>
              <a:ext cx="1066770" cy="6866467"/>
            </a:xfrm>
            <a:custGeom>
              <a:avLst/>
              <a:gdLst/>
              <a:ahLst/>
              <a:cxnLst/>
              <a:rect l="l" t="t" r="r" b="b"/>
              <a:pathLst>
                <a:path w="1270244" h="6866467">
                  <a:moveTo>
                    <a:pt x="0" y="0"/>
                  </a:moveTo>
                  <a:lnTo>
                    <a:pt x="1117600" y="6866467"/>
                  </a:lnTo>
                  <a:lnTo>
                    <a:pt x="1270000" y="6866467"/>
                  </a:lnTo>
                  <a:cubicBezTo>
                    <a:pt x="1272822" y="4574822"/>
                    <a:pt x="1250245" y="2291645"/>
                    <a:pt x="1253067" y="0"/>
                  </a:cubicBezTo>
                  <a:lnTo>
                    <a:pt x="0" y="0"/>
                  </a:lnTo>
                  <a:close/>
                </a:path>
              </a:pathLst>
            </a:custGeom>
            <a:solidFill>
              <a:schemeClr val="accent2">
                <a:lumMod val="75000"/>
                <a:alpha val="82000"/>
              </a:schemeClr>
            </a:solidFill>
            <a:ln>
              <a:noFill/>
            </a:ln>
            <a:effectLst/>
          </p:spPr>
          <p:style>
            <a:lnRef idx="1">
              <a:schemeClr val="accent1"/>
            </a:lnRef>
            <a:fillRef idx="3">
              <a:schemeClr val="accent1"/>
            </a:fillRef>
            <a:effectRef idx="2">
              <a:schemeClr val="accent1"/>
            </a:effectRef>
            <a:fontRef idx="minor">
              <a:schemeClr val="lt1"/>
            </a:fontRef>
          </p:style>
        </p:sp>
        <p:sp>
          <p:nvSpPr>
            <p:cNvPr id="16" name="Freeform 15"/>
            <p:cNvSpPr/>
            <p:nvPr/>
          </p:nvSpPr>
          <p:spPr>
            <a:xfrm>
              <a:off x="8068764" y="4893733"/>
              <a:ext cx="1094086" cy="1964267"/>
            </a:xfrm>
            <a:custGeom>
              <a:avLst/>
              <a:gdLst/>
              <a:ahLst/>
              <a:cxnLst/>
              <a:rect l="l" t="t" r="r" b="b"/>
              <a:pathLst>
                <a:path w="1820333" h="3268133">
                  <a:moveTo>
                    <a:pt x="0" y="3268133"/>
                  </a:moveTo>
                  <a:lnTo>
                    <a:pt x="1811866" y="0"/>
                  </a:lnTo>
                  <a:cubicBezTo>
                    <a:pt x="1814688" y="1086555"/>
                    <a:pt x="1817511" y="2173111"/>
                    <a:pt x="1820333" y="3259666"/>
                  </a:cubicBezTo>
                  <a:lnTo>
                    <a:pt x="0" y="3268133"/>
                  </a:lnTo>
                  <a:close/>
                </a:path>
              </a:pathLst>
            </a:cu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2926078" y="2926080"/>
            <a:ext cx="30469022" cy="6339840"/>
          </a:xfrm>
          <a:prstGeom prst="rect">
            <a:avLst/>
          </a:prstGeom>
        </p:spPr>
        <p:txBody>
          <a:bodyPr vert="horz" lIns="91440" tIns="45720" rIns="91440" bIns="45720" rtlCol="0" anchor="t">
            <a:normAutofit/>
          </a:bodyPr>
          <a:lstStyle/>
          <a:p>
            <a:r>
              <a:rPr lang="en-US"/>
              <a:t>Click to edit Master title style</a:t>
            </a:r>
          </a:p>
        </p:txBody>
      </p:sp>
      <p:sp>
        <p:nvSpPr>
          <p:cNvPr id="3" name="Text Placeholder 2"/>
          <p:cNvSpPr>
            <a:spLocks noGrp="1"/>
          </p:cNvSpPr>
          <p:nvPr>
            <p:ph type="body" idx="1"/>
          </p:nvPr>
        </p:nvSpPr>
        <p:spPr>
          <a:xfrm>
            <a:off x="2926075" y="10370835"/>
            <a:ext cx="30469027" cy="1862771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25945238" y="28998545"/>
            <a:ext cx="3283834" cy="1752600"/>
          </a:xfrm>
          <a:prstGeom prst="rect">
            <a:avLst/>
          </a:prstGeom>
        </p:spPr>
        <p:txBody>
          <a:bodyPr vert="horz" lIns="91440" tIns="45720" rIns="91440" bIns="45720" rtlCol="0" anchor="ctr"/>
          <a:lstStyle>
            <a:lvl1pPr algn="r">
              <a:defRPr sz="4320">
                <a:solidFill>
                  <a:schemeClr val="tx1">
                    <a:tint val="75000"/>
                  </a:schemeClr>
                </a:solidFill>
              </a:defRPr>
            </a:lvl1pPr>
          </a:lstStyle>
          <a:p>
            <a:fld id="{3F89F3ED-4019-40BB-88BE-9CFA21DCC591}" type="datetimeFigureOut">
              <a:rPr lang="en-US" smtClean="0"/>
              <a:pPr/>
              <a:t>5/28/2025</a:t>
            </a:fld>
            <a:endParaRPr lang="en-US"/>
          </a:p>
        </p:txBody>
      </p:sp>
      <p:sp>
        <p:nvSpPr>
          <p:cNvPr id="5" name="Footer Placeholder 4"/>
          <p:cNvSpPr>
            <a:spLocks noGrp="1"/>
          </p:cNvSpPr>
          <p:nvPr>
            <p:ph type="ftr" sz="quarter" idx="3"/>
          </p:nvPr>
        </p:nvSpPr>
        <p:spPr>
          <a:xfrm>
            <a:off x="2926078" y="28998545"/>
            <a:ext cx="22190270" cy="1752600"/>
          </a:xfrm>
          <a:prstGeom prst="rect">
            <a:avLst/>
          </a:prstGeom>
        </p:spPr>
        <p:txBody>
          <a:bodyPr vert="horz" lIns="91440" tIns="45720" rIns="91440" bIns="45720" rtlCol="0" anchor="ctr"/>
          <a:lstStyle>
            <a:lvl1pPr algn="l">
              <a:defRPr sz="432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30934445" y="28998545"/>
            <a:ext cx="2460662" cy="1752600"/>
          </a:xfrm>
          <a:prstGeom prst="rect">
            <a:avLst/>
          </a:prstGeom>
        </p:spPr>
        <p:txBody>
          <a:bodyPr vert="horz" lIns="91440" tIns="45720" rIns="91440" bIns="45720" rtlCol="0" anchor="ctr"/>
          <a:lstStyle>
            <a:lvl1pPr algn="r">
              <a:defRPr sz="4320">
                <a:solidFill>
                  <a:schemeClr val="accent1"/>
                </a:solidFill>
              </a:defRPr>
            </a:lvl1pPr>
          </a:lstStyle>
          <a:p>
            <a:fld id="{5F26EABE-744A-4AE3-B47C-B63E269CDEC1}" type="slidenum">
              <a:rPr lang="en-US" smtClean="0"/>
              <a:pPr/>
              <a:t>‹#›</a:t>
            </a:fld>
            <a:endParaRPr lang="en-US"/>
          </a:p>
        </p:txBody>
      </p:sp>
    </p:spTree>
    <p:extLst>
      <p:ext uri="{BB962C8B-B14F-4D97-AF65-F5344CB8AC3E}">
        <p14:creationId xmlns:p14="http://schemas.microsoft.com/office/powerpoint/2010/main" val="3142051066"/>
      </p:ext>
    </p:extLst>
  </p:cSld>
  <p:clrMap bg1="lt1" tx1="dk1" bg2="lt2" tx2="dk2" accent1="accent1" accent2="accent2" accent3="accent3" accent4="accent4" accent5="accent5" accent6="accent6" hlink="hlink" folHlink="folHlink"/>
  <p:sldLayoutIdLst>
    <p:sldLayoutId id="2147483806" r:id="rId1"/>
    <p:sldLayoutId id="2147483807" r:id="rId2"/>
    <p:sldLayoutId id="2147483808" r:id="rId3"/>
    <p:sldLayoutId id="2147483809" r:id="rId4"/>
    <p:sldLayoutId id="2147483810" r:id="rId5"/>
    <p:sldLayoutId id="2147483811" r:id="rId6"/>
    <p:sldLayoutId id="2147483812" r:id="rId7"/>
    <p:sldLayoutId id="2147483813" r:id="rId8"/>
    <p:sldLayoutId id="2147483814" r:id="rId9"/>
    <p:sldLayoutId id="2147483815" r:id="rId10"/>
    <p:sldLayoutId id="2147483816" r:id="rId11"/>
    <p:sldLayoutId id="2147483817" r:id="rId12"/>
    <p:sldLayoutId id="2147483818" r:id="rId13"/>
    <p:sldLayoutId id="2147483819" r:id="rId14"/>
    <p:sldLayoutId id="2147483820" r:id="rId15"/>
    <p:sldLayoutId id="2147483821" r:id="rId16"/>
  </p:sldLayoutIdLst>
  <p:txStyles>
    <p:titleStyle>
      <a:lvl1pPr algn="l" defTabSz="2194560" rtl="0" eaLnBrk="1" latinLnBrk="0" hangingPunct="1">
        <a:spcBef>
          <a:spcPct val="0"/>
        </a:spcBef>
        <a:buNone/>
        <a:defRPr sz="1728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1645920" indent="-1645920" algn="l" defTabSz="2194560" rtl="0" eaLnBrk="1" latinLnBrk="0" hangingPunct="1">
        <a:spcBef>
          <a:spcPts val="4800"/>
        </a:spcBef>
        <a:spcAft>
          <a:spcPts val="0"/>
        </a:spcAft>
        <a:buClr>
          <a:schemeClr val="accent1"/>
        </a:buClr>
        <a:buSzPct val="80000"/>
        <a:buFont typeface="Wingdings 3" charset="2"/>
        <a:buChar char=""/>
        <a:defRPr sz="8640" kern="1200">
          <a:solidFill>
            <a:schemeClr val="tx1">
              <a:lumMod val="75000"/>
              <a:lumOff val="25000"/>
            </a:schemeClr>
          </a:solidFill>
          <a:latin typeface="+mn-lt"/>
          <a:ea typeface="+mn-ea"/>
          <a:cs typeface="+mn-cs"/>
        </a:defRPr>
      </a:lvl1pPr>
      <a:lvl2pPr marL="3566160" indent="-1371600" algn="l" defTabSz="2194560" rtl="0" eaLnBrk="1" latinLnBrk="0" hangingPunct="1">
        <a:spcBef>
          <a:spcPts val="4800"/>
        </a:spcBef>
        <a:spcAft>
          <a:spcPts val="0"/>
        </a:spcAft>
        <a:buClr>
          <a:schemeClr val="accent1"/>
        </a:buClr>
        <a:buSzPct val="80000"/>
        <a:buFont typeface="Wingdings 3" charset="2"/>
        <a:buChar char=""/>
        <a:defRPr sz="7680" kern="1200">
          <a:solidFill>
            <a:schemeClr val="tx1">
              <a:lumMod val="75000"/>
              <a:lumOff val="25000"/>
            </a:schemeClr>
          </a:solidFill>
          <a:latin typeface="+mn-lt"/>
          <a:ea typeface="+mn-ea"/>
          <a:cs typeface="+mn-cs"/>
        </a:defRPr>
      </a:lvl2pPr>
      <a:lvl3pPr marL="5486400" indent="-1097280" algn="l" defTabSz="2194560" rtl="0" eaLnBrk="1" latinLnBrk="0" hangingPunct="1">
        <a:spcBef>
          <a:spcPts val="4800"/>
        </a:spcBef>
        <a:spcAft>
          <a:spcPts val="0"/>
        </a:spcAft>
        <a:buClr>
          <a:schemeClr val="accent1"/>
        </a:buClr>
        <a:buSzPct val="80000"/>
        <a:buFont typeface="Wingdings 3" charset="2"/>
        <a:buChar char=""/>
        <a:defRPr sz="6720" kern="1200">
          <a:solidFill>
            <a:schemeClr val="tx1">
              <a:lumMod val="75000"/>
              <a:lumOff val="25000"/>
            </a:schemeClr>
          </a:solidFill>
          <a:latin typeface="+mn-lt"/>
          <a:ea typeface="+mn-ea"/>
          <a:cs typeface="+mn-cs"/>
        </a:defRPr>
      </a:lvl3pPr>
      <a:lvl4pPr marL="7680960" indent="-1097280" algn="l" defTabSz="2194560" rtl="0" eaLnBrk="1" latinLnBrk="0" hangingPunct="1">
        <a:spcBef>
          <a:spcPts val="4800"/>
        </a:spcBef>
        <a:spcAft>
          <a:spcPts val="0"/>
        </a:spcAft>
        <a:buClr>
          <a:schemeClr val="accent1"/>
        </a:buClr>
        <a:buSzPct val="80000"/>
        <a:buFont typeface="Wingdings 3" charset="2"/>
        <a:buChar char=""/>
        <a:defRPr sz="5760" kern="1200">
          <a:solidFill>
            <a:schemeClr val="tx1">
              <a:lumMod val="75000"/>
              <a:lumOff val="25000"/>
            </a:schemeClr>
          </a:solidFill>
          <a:latin typeface="+mn-lt"/>
          <a:ea typeface="+mn-ea"/>
          <a:cs typeface="+mn-cs"/>
        </a:defRPr>
      </a:lvl4pPr>
      <a:lvl5pPr marL="9875520" indent="-1097280" algn="l" defTabSz="2194560" rtl="0" eaLnBrk="1" latinLnBrk="0" hangingPunct="1">
        <a:spcBef>
          <a:spcPts val="4800"/>
        </a:spcBef>
        <a:spcAft>
          <a:spcPts val="0"/>
        </a:spcAft>
        <a:buClr>
          <a:schemeClr val="accent1"/>
        </a:buClr>
        <a:buSzPct val="80000"/>
        <a:buFont typeface="Wingdings 3" charset="2"/>
        <a:buChar char=""/>
        <a:defRPr sz="5760" kern="1200">
          <a:solidFill>
            <a:schemeClr val="tx1">
              <a:lumMod val="75000"/>
              <a:lumOff val="25000"/>
            </a:schemeClr>
          </a:solidFill>
          <a:latin typeface="+mn-lt"/>
          <a:ea typeface="+mn-ea"/>
          <a:cs typeface="+mn-cs"/>
        </a:defRPr>
      </a:lvl5pPr>
      <a:lvl6pPr marL="12070080" indent="-1097280" algn="l" defTabSz="2194560" rtl="0" eaLnBrk="1" latinLnBrk="0" hangingPunct="1">
        <a:spcBef>
          <a:spcPts val="4800"/>
        </a:spcBef>
        <a:spcAft>
          <a:spcPts val="0"/>
        </a:spcAft>
        <a:buClr>
          <a:schemeClr val="accent1"/>
        </a:buClr>
        <a:buSzPct val="80000"/>
        <a:buFont typeface="Wingdings 3" charset="2"/>
        <a:buChar char=""/>
        <a:defRPr sz="5760" kern="1200">
          <a:solidFill>
            <a:schemeClr val="tx1">
              <a:lumMod val="75000"/>
              <a:lumOff val="25000"/>
            </a:schemeClr>
          </a:solidFill>
          <a:latin typeface="+mn-lt"/>
          <a:ea typeface="+mn-ea"/>
          <a:cs typeface="+mn-cs"/>
        </a:defRPr>
      </a:lvl6pPr>
      <a:lvl7pPr marL="14264640" indent="-1097280" algn="l" defTabSz="2194560" rtl="0" eaLnBrk="1" latinLnBrk="0" hangingPunct="1">
        <a:spcBef>
          <a:spcPts val="4800"/>
        </a:spcBef>
        <a:spcAft>
          <a:spcPts val="0"/>
        </a:spcAft>
        <a:buClr>
          <a:schemeClr val="accent1"/>
        </a:buClr>
        <a:buSzPct val="80000"/>
        <a:buFont typeface="Wingdings 3" charset="2"/>
        <a:buChar char=""/>
        <a:defRPr sz="5760" kern="1200">
          <a:solidFill>
            <a:schemeClr val="tx1">
              <a:lumMod val="75000"/>
              <a:lumOff val="25000"/>
            </a:schemeClr>
          </a:solidFill>
          <a:latin typeface="+mn-lt"/>
          <a:ea typeface="+mn-ea"/>
          <a:cs typeface="+mn-cs"/>
        </a:defRPr>
      </a:lvl7pPr>
      <a:lvl8pPr marL="16459200" indent="-1097280" algn="l" defTabSz="2194560" rtl="0" eaLnBrk="1" latinLnBrk="0" hangingPunct="1">
        <a:spcBef>
          <a:spcPts val="4800"/>
        </a:spcBef>
        <a:spcAft>
          <a:spcPts val="0"/>
        </a:spcAft>
        <a:buClr>
          <a:schemeClr val="accent1"/>
        </a:buClr>
        <a:buSzPct val="80000"/>
        <a:buFont typeface="Wingdings 3" charset="2"/>
        <a:buChar char=""/>
        <a:defRPr sz="5760" kern="1200">
          <a:solidFill>
            <a:schemeClr val="tx1">
              <a:lumMod val="75000"/>
              <a:lumOff val="25000"/>
            </a:schemeClr>
          </a:solidFill>
          <a:latin typeface="+mn-lt"/>
          <a:ea typeface="+mn-ea"/>
          <a:cs typeface="+mn-cs"/>
        </a:defRPr>
      </a:lvl8pPr>
      <a:lvl9pPr marL="18653760" indent="-1097280" algn="l" defTabSz="2194560" rtl="0" eaLnBrk="1" latinLnBrk="0" hangingPunct="1">
        <a:spcBef>
          <a:spcPts val="4800"/>
        </a:spcBef>
        <a:spcAft>
          <a:spcPts val="0"/>
        </a:spcAft>
        <a:buClr>
          <a:schemeClr val="accent1"/>
        </a:buClr>
        <a:buSzPct val="80000"/>
        <a:buFont typeface="Wingdings 3" charset="2"/>
        <a:buChar char=""/>
        <a:defRPr sz="5760" kern="1200">
          <a:solidFill>
            <a:schemeClr val="tx1">
              <a:lumMod val="75000"/>
              <a:lumOff val="25000"/>
            </a:schemeClr>
          </a:solidFill>
          <a:latin typeface="+mn-lt"/>
          <a:ea typeface="+mn-ea"/>
          <a:cs typeface="+mn-cs"/>
        </a:defRPr>
      </a:lvl9pPr>
    </p:bodyStyle>
    <p:otherStyle>
      <a:defPPr>
        <a:defRPr lang="en-US"/>
      </a:defPPr>
      <a:lvl1pPr marL="0" algn="l" defTabSz="2194560" rtl="0" eaLnBrk="1" latinLnBrk="0" hangingPunct="1">
        <a:defRPr sz="8640" kern="1200">
          <a:solidFill>
            <a:schemeClr val="tx1"/>
          </a:solidFill>
          <a:latin typeface="+mn-lt"/>
          <a:ea typeface="+mn-ea"/>
          <a:cs typeface="+mn-cs"/>
        </a:defRPr>
      </a:lvl1pPr>
      <a:lvl2pPr marL="2194560" algn="l" defTabSz="2194560" rtl="0" eaLnBrk="1" latinLnBrk="0" hangingPunct="1">
        <a:defRPr sz="8640" kern="1200">
          <a:solidFill>
            <a:schemeClr val="tx1"/>
          </a:solidFill>
          <a:latin typeface="+mn-lt"/>
          <a:ea typeface="+mn-ea"/>
          <a:cs typeface="+mn-cs"/>
        </a:defRPr>
      </a:lvl2pPr>
      <a:lvl3pPr marL="4389120" algn="l" defTabSz="2194560" rtl="0" eaLnBrk="1" latinLnBrk="0" hangingPunct="1">
        <a:defRPr sz="8640" kern="1200">
          <a:solidFill>
            <a:schemeClr val="tx1"/>
          </a:solidFill>
          <a:latin typeface="+mn-lt"/>
          <a:ea typeface="+mn-ea"/>
          <a:cs typeface="+mn-cs"/>
        </a:defRPr>
      </a:lvl3pPr>
      <a:lvl4pPr marL="6583680" algn="l" defTabSz="2194560" rtl="0" eaLnBrk="1" latinLnBrk="0" hangingPunct="1">
        <a:defRPr sz="8640" kern="1200">
          <a:solidFill>
            <a:schemeClr val="tx1"/>
          </a:solidFill>
          <a:latin typeface="+mn-lt"/>
          <a:ea typeface="+mn-ea"/>
          <a:cs typeface="+mn-cs"/>
        </a:defRPr>
      </a:lvl4pPr>
      <a:lvl5pPr marL="8778240" algn="l" defTabSz="2194560" rtl="0" eaLnBrk="1" latinLnBrk="0" hangingPunct="1">
        <a:defRPr sz="8640" kern="1200">
          <a:solidFill>
            <a:schemeClr val="tx1"/>
          </a:solidFill>
          <a:latin typeface="+mn-lt"/>
          <a:ea typeface="+mn-ea"/>
          <a:cs typeface="+mn-cs"/>
        </a:defRPr>
      </a:lvl5pPr>
      <a:lvl6pPr marL="10972800" algn="l" defTabSz="2194560" rtl="0" eaLnBrk="1" latinLnBrk="0" hangingPunct="1">
        <a:defRPr sz="8640" kern="1200">
          <a:solidFill>
            <a:schemeClr val="tx1"/>
          </a:solidFill>
          <a:latin typeface="+mn-lt"/>
          <a:ea typeface="+mn-ea"/>
          <a:cs typeface="+mn-cs"/>
        </a:defRPr>
      </a:lvl6pPr>
      <a:lvl7pPr marL="13167360" algn="l" defTabSz="2194560" rtl="0" eaLnBrk="1" latinLnBrk="0" hangingPunct="1">
        <a:defRPr sz="8640" kern="1200">
          <a:solidFill>
            <a:schemeClr val="tx1"/>
          </a:solidFill>
          <a:latin typeface="+mn-lt"/>
          <a:ea typeface="+mn-ea"/>
          <a:cs typeface="+mn-cs"/>
        </a:defRPr>
      </a:lvl7pPr>
      <a:lvl8pPr marL="15361920" algn="l" defTabSz="2194560" rtl="0" eaLnBrk="1" latinLnBrk="0" hangingPunct="1">
        <a:defRPr sz="8640" kern="1200">
          <a:solidFill>
            <a:schemeClr val="tx1"/>
          </a:solidFill>
          <a:latin typeface="+mn-lt"/>
          <a:ea typeface="+mn-ea"/>
          <a:cs typeface="+mn-cs"/>
        </a:defRPr>
      </a:lvl8pPr>
      <a:lvl9pPr marL="17556480" algn="l" defTabSz="2194560" rtl="0" eaLnBrk="1" latinLnBrk="0" hangingPunct="1">
        <a:defRPr sz="864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hyperlink" Target="mailto:bgautam@uncfsu.edu" TargetMode="External"/><Relationship Id="rId7"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3.png"/><Relationship Id="rId11" Type="http://schemas.openxmlformats.org/officeDocument/2006/relationships/image" Target="../media/image8.png"/><Relationship Id="rId5" Type="http://schemas.openxmlformats.org/officeDocument/2006/relationships/image" Target="../media/image2.png"/><Relationship Id="rId10" Type="http://schemas.openxmlformats.org/officeDocument/2006/relationships/image" Target="../media/image7.png"/><Relationship Id="rId4" Type="http://schemas.openxmlformats.org/officeDocument/2006/relationships/image" Target="../media/image1.png"/><Relationship Id="rId9"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2" name="Rectangle 21"/>
          <p:cNvSpPr/>
          <p:nvPr/>
        </p:nvSpPr>
        <p:spPr>
          <a:xfrm>
            <a:off x="28803600" y="3972791"/>
            <a:ext cx="14693898" cy="11614336"/>
          </a:xfrm>
          <a:prstGeom prst="rect">
            <a:avLst/>
          </a:prstGeom>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sz="1920"/>
          </a:p>
        </p:txBody>
      </p:sp>
      <p:sp>
        <p:nvSpPr>
          <p:cNvPr id="4" name="TextBox 3"/>
          <p:cNvSpPr txBox="1"/>
          <p:nvPr/>
        </p:nvSpPr>
        <p:spPr>
          <a:xfrm>
            <a:off x="291898" y="219181"/>
            <a:ext cx="43247042" cy="3843616"/>
          </a:xfrm>
          <a:prstGeom prst="rect">
            <a:avLst/>
          </a:prstGeom>
          <a:ln/>
        </p:spPr>
        <p:style>
          <a:lnRef idx="1">
            <a:schemeClr val="accent1"/>
          </a:lnRef>
          <a:fillRef idx="2">
            <a:schemeClr val="accent1"/>
          </a:fillRef>
          <a:effectRef idx="1">
            <a:schemeClr val="accent1"/>
          </a:effectRef>
          <a:fontRef idx="minor">
            <a:schemeClr val="dk1"/>
          </a:fontRef>
        </p:style>
        <p:txBody>
          <a:bodyPr wrap="square" rtlCol="0">
            <a:spAutoFit/>
          </a:bodyPr>
          <a:lstStyle/>
          <a:p>
            <a:pPr algn="ctr"/>
            <a:r>
              <a:rPr lang="en-US" sz="6000" b="1" dirty="0">
                <a:effectLst/>
                <a:latin typeface="Times New Roman" panose="02020603050405020304" pitchFamily="18" charset="0"/>
                <a:ea typeface="Times New Roman" panose="02020603050405020304" pitchFamily="18" charset="0"/>
              </a:rPr>
              <a:t>Characterizing Structural and Thermal Properties of Nb</a:t>
            </a:r>
            <a:r>
              <a:rPr lang="en-US" sz="6000" b="1" baseline="-25000" dirty="0">
                <a:effectLst/>
                <a:latin typeface="Times New Roman" panose="02020603050405020304" pitchFamily="18" charset="0"/>
                <a:ea typeface="Times New Roman" panose="02020603050405020304" pitchFamily="18" charset="0"/>
              </a:rPr>
              <a:t>4</a:t>
            </a:r>
            <a:r>
              <a:rPr lang="en-US" sz="6000" b="1" dirty="0">
                <a:effectLst/>
                <a:latin typeface="Times New Roman" panose="02020603050405020304" pitchFamily="18" charset="0"/>
                <a:ea typeface="Times New Roman" panose="02020603050405020304" pitchFamily="18" charset="0"/>
              </a:rPr>
              <a:t>C</a:t>
            </a:r>
            <a:r>
              <a:rPr lang="en-US" sz="6000" b="1" baseline="-25000" dirty="0">
                <a:effectLst/>
                <a:latin typeface="Times New Roman" panose="02020603050405020304" pitchFamily="18" charset="0"/>
                <a:ea typeface="Times New Roman" panose="02020603050405020304" pitchFamily="18" charset="0"/>
              </a:rPr>
              <a:t>3</a:t>
            </a:r>
            <a:r>
              <a:rPr lang="en-US" sz="6000" b="1" dirty="0">
                <a:effectLst/>
                <a:latin typeface="Times New Roman" panose="02020603050405020304" pitchFamily="18" charset="0"/>
                <a:ea typeface="Times New Roman" panose="02020603050405020304" pitchFamily="18" charset="0"/>
              </a:rPr>
              <a:t>T</a:t>
            </a:r>
            <a:r>
              <a:rPr lang="en-US" sz="6000" b="1" baseline="-25000" dirty="0">
                <a:effectLst/>
                <a:latin typeface="Times New Roman" panose="02020603050405020304" pitchFamily="18" charset="0"/>
                <a:ea typeface="Times New Roman" panose="02020603050405020304" pitchFamily="18" charset="0"/>
              </a:rPr>
              <a:t>x</a:t>
            </a:r>
            <a:r>
              <a:rPr lang="en-US" sz="6000" b="1" dirty="0">
                <a:effectLst/>
                <a:latin typeface="Times New Roman" panose="02020603050405020304" pitchFamily="18" charset="0"/>
                <a:ea typeface="Times New Roman" panose="02020603050405020304" pitchFamily="18" charset="0"/>
              </a:rPr>
              <a:t> </a:t>
            </a:r>
            <a:r>
              <a:rPr lang="en-US" sz="6000" b="1" dirty="0" err="1">
                <a:effectLst/>
                <a:latin typeface="Times New Roman" panose="02020603050405020304" pitchFamily="18" charset="0"/>
                <a:ea typeface="Times New Roman" panose="02020603050405020304" pitchFamily="18" charset="0"/>
              </a:rPr>
              <a:t>MXenes</a:t>
            </a:r>
            <a:r>
              <a:rPr lang="en-US" sz="6000" b="1" dirty="0">
                <a:effectLst/>
                <a:latin typeface="Times New Roman" panose="02020603050405020304" pitchFamily="18" charset="0"/>
                <a:ea typeface="Times New Roman" panose="02020603050405020304" pitchFamily="18" charset="0"/>
              </a:rPr>
              <a:t> </a:t>
            </a:r>
          </a:p>
          <a:p>
            <a:pPr algn="ctr"/>
            <a:r>
              <a:rPr lang="en-US" sz="4000" dirty="0">
                <a:effectLst/>
                <a:latin typeface="Times New Roman" panose="02020603050405020304" pitchFamily="18" charset="0"/>
                <a:ea typeface="Times New Roman" panose="02020603050405020304" pitchFamily="18" charset="0"/>
              </a:rPr>
              <a:t>Jianna Evans</a:t>
            </a:r>
            <a:r>
              <a:rPr lang="en-US" sz="4000" baseline="30000" dirty="0">
                <a:effectLst/>
                <a:latin typeface="Times New Roman" panose="02020603050405020304" pitchFamily="18" charset="0"/>
                <a:ea typeface="Times New Roman" panose="02020603050405020304" pitchFamily="18" charset="0"/>
              </a:rPr>
              <a:t>2</a:t>
            </a:r>
            <a:r>
              <a:rPr lang="en-US" sz="4000" dirty="0">
                <a:effectLst/>
                <a:latin typeface="Times New Roman" panose="02020603050405020304" pitchFamily="18" charset="0"/>
                <a:ea typeface="Times New Roman" panose="02020603050405020304" pitchFamily="18" charset="0"/>
              </a:rPr>
              <a:t>,</a:t>
            </a:r>
            <a:r>
              <a:rPr lang="en-US" sz="4000" baseline="30000" dirty="0">
                <a:effectLst/>
                <a:latin typeface="Times New Roman" panose="02020603050405020304" pitchFamily="18" charset="0"/>
                <a:ea typeface="Times New Roman" panose="02020603050405020304" pitchFamily="18" charset="0"/>
              </a:rPr>
              <a:t> </a:t>
            </a:r>
            <a:r>
              <a:rPr lang="en-US" sz="4000" dirty="0">
                <a:latin typeface="Times New Roman" panose="02020603050405020304" pitchFamily="18" charset="0"/>
                <a:ea typeface="Times New Roman" panose="02020603050405020304" pitchFamily="18" charset="0"/>
              </a:rPr>
              <a:t>Nisha H. Makani</a:t>
            </a:r>
            <a:r>
              <a:rPr lang="en-US" sz="4000" baseline="30000" dirty="0">
                <a:effectLst/>
                <a:latin typeface="Times New Roman" panose="02020603050405020304" pitchFamily="18" charset="0"/>
                <a:ea typeface="Times New Roman" panose="02020603050405020304" pitchFamily="18" charset="0"/>
              </a:rPr>
              <a:t>1</a:t>
            </a:r>
            <a:r>
              <a:rPr lang="en-US" sz="4000" dirty="0">
                <a:effectLst/>
                <a:latin typeface="Times New Roman" panose="02020603050405020304" pitchFamily="18" charset="0"/>
                <a:ea typeface="Times New Roman" panose="02020603050405020304" pitchFamily="18" charset="0"/>
              </a:rPr>
              <a:t>, Bhoj Gautam</a:t>
            </a:r>
            <a:r>
              <a:rPr lang="en-US" sz="4000" baseline="30000" dirty="0">
                <a:effectLst/>
                <a:latin typeface="Times New Roman" panose="02020603050405020304" pitchFamily="18" charset="0"/>
                <a:ea typeface="Times New Roman" panose="02020603050405020304" pitchFamily="18" charset="0"/>
              </a:rPr>
              <a:t>1</a:t>
            </a:r>
            <a:endParaRPr lang="en-US" sz="4000" dirty="0">
              <a:effectLst/>
              <a:latin typeface="Times New Roman" panose="02020603050405020304" pitchFamily="18" charset="0"/>
              <a:ea typeface="Times New Roman" panose="02020603050405020304" pitchFamily="18" charset="0"/>
            </a:endParaRPr>
          </a:p>
          <a:p>
            <a:pPr marL="0" marR="0" algn="ctr">
              <a:lnSpc>
                <a:spcPct val="150000"/>
              </a:lnSpc>
              <a:spcBef>
                <a:spcPts val="0"/>
              </a:spcBef>
              <a:spcAft>
                <a:spcPts val="0"/>
              </a:spcAft>
            </a:pPr>
            <a:r>
              <a:rPr lang="en-US" sz="4000" baseline="30000" dirty="0">
                <a:effectLst/>
                <a:latin typeface="Times New Roman" panose="02020603050405020304" pitchFamily="18" charset="0"/>
                <a:ea typeface="Times New Roman" panose="02020603050405020304" pitchFamily="18" charset="0"/>
              </a:rPr>
              <a:t>1</a:t>
            </a:r>
            <a:r>
              <a:rPr lang="en-US" sz="4000" dirty="0">
                <a:effectLst/>
                <a:latin typeface="Times New Roman" panose="02020603050405020304" pitchFamily="18" charset="0"/>
                <a:ea typeface="Times New Roman" panose="02020603050405020304" pitchFamily="18" charset="0"/>
              </a:rPr>
              <a:t>Department of Chemistry, Physics and Materials Science, Fayetteville State University, Fayetteville, North Carolina 28301, United States</a:t>
            </a:r>
          </a:p>
          <a:p>
            <a:pPr marL="0" marR="0" lvl="0" indent="0" algn="ctr" defTabSz="457200" rtl="0" eaLnBrk="1" fontAlgn="auto" latinLnBrk="0" hangingPunct="1">
              <a:lnSpc>
                <a:spcPct val="150000"/>
              </a:lnSpc>
              <a:spcBef>
                <a:spcPts val="0"/>
              </a:spcBef>
              <a:spcAft>
                <a:spcPts val="0"/>
              </a:spcAft>
              <a:buClrTx/>
              <a:buSzTx/>
              <a:buFontTx/>
              <a:buNone/>
              <a:tabLst/>
              <a:defRPr/>
            </a:pPr>
            <a:r>
              <a:rPr lang="en-US" sz="4000" baseline="30000" dirty="0">
                <a:effectLst/>
                <a:latin typeface="Times New Roman" panose="02020603050405020304" pitchFamily="18" charset="0"/>
                <a:ea typeface="Times New Roman" panose="02020603050405020304" pitchFamily="18" charset="0"/>
              </a:rPr>
              <a:t>2</a:t>
            </a:r>
            <a:r>
              <a:rPr kumimoji="0" lang="en-US" sz="4000" b="0" i="0" u="none" strike="noStrike" kern="1200" cap="none" spc="0" normalizeH="0" baseline="0" noProof="0" dirty="0">
                <a:ln>
                  <a:noFill/>
                </a:ln>
                <a:solidFill>
                  <a:prstClr val="black"/>
                </a:solidFill>
                <a:effectLst/>
                <a:uLnTx/>
                <a:uFillTx/>
                <a:latin typeface="Times New Roman" panose="02020603050405020304" pitchFamily="18" charset="0"/>
                <a:ea typeface="Times New Roman" panose="02020603050405020304" pitchFamily="18" charset="0"/>
                <a:cs typeface="+mn-cs"/>
              </a:rPr>
              <a:t>Department of Mathematics and Computer Science, Fayetteville State University, Fayetteville, North Carolina 28301, United States</a:t>
            </a:r>
          </a:p>
          <a:p>
            <a:pPr algn="ctr">
              <a:lnSpc>
                <a:spcPct val="150000"/>
              </a:lnSpc>
            </a:pPr>
            <a:r>
              <a:rPr lang="en-US" sz="1800" dirty="0">
                <a:solidFill>
                  <a:srgbClr val="000000"/>
                </a:solidFill>
                <a:effectLst/>
                <a:latin typeface="Times New Roman" panose="02020603050405020304" pitchFamily="18" charset="0"/>
                <a:ea typeface="Calibri" panose="020F0502020204030204" pitchFamily="34" charset="0"/>
              </a:rPr>
              <a:t>																	</a:t>
            </a:r>
            <a:endParaRPr lang="en-US" sz="4000" dirty="0">
              <a:effectLst/>
              <a:latin typeface="Times New Roman" panose="02020603050405020304" pitchFamily="18" charset="0"/>
              <a:ea typeface="Times New Roman" panose="02020603050405020304" pitchFamily="18" charset="0"/>
            </a:endParaRPr>
          </a:p>
        </p:txBody>
      </p:sp>
      <p:sp>
        <p:nvSpPr>
          <p:cNvPr id="23" name="Rectangle 22"/>
          <p:cNvSpPr/>
          <p:nvPr/>
        </p:nvSpPr>
        <p:spPr>
          <a:xfrm>
            <a:off x="28775933" y="26256380"/>
            <a:ext cx="14763007" cy="6412370"/>
          </a:xfrm>
          <a:prstGeom prst="rect">
            <a:avLst/>
          </a:prstGeom>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sz="1920"/>
          </a:p>
        </p:txBody>
      </p:sp>
      <p:sp>
        <p:nvSpPr>
          <p:cNvPr id="33" name="Rectangle 32"/>
          <p:cNvSpPr/>
          <p:nvPr/>
        </p:nvSpPr>
        <p:spPr>
          <a:xfrm>
            <a:off x="28794772" y="15719644"/>
            <a:ext cx="14702727" cy="6989097"/>
          </a:xfrm>
          <a:prstGeom prst="rect">
            <a:avLst/>
          </a:prstGeom>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sz="1920"/>
          </a:p>
        </p:txBody>
      </p:sp>
      <p:sp>
        <p:nvSpPr>
          <p:cNvPr id="55" name="Rectangle 54"/>
          <p:cNvSpPr/>
          <p:nvPr/>
        </p:nvSpPr>
        <p:spPr>
          <a:xfrm>
            <a:off x="14249401" y="3982256"/>
            <a:ext cx="14211670" cy="14058609"/>
          </a:xfrm>
          <a:prstGeom prst="rect">
            <a:avLst/>
          </a:prstGeom>
          <a:ln/>
        </p:spPr>
        <p:style>
          <a:lnRef idx="2">
            <a:schemeClr val="accent1"/>
          </a:lnRef>
          <a:fillRef idx="1">
            <a:schemeClr val="lt1"/>
          </a:fillRef>
          <a:effectRef idx="0">
            <a:schemeClr val="accent1"/>
          </a:effectRef>
          <a:fontRef idx="minor">
            <a:schemeClr val="dk1"/>
          </a:fontRef>
        </p:style>
        <p:txBody>
          <a:bodyPr rtlCol="0" anchor="ctr"/>
          <a:lstStyle/>
          <a:p>
            <a:pPr>
              <a:spcBef>
                <a:spcPct val="0"/>
              </a:spcBef>
            </a:pPr>
            <a:endParaRPr lang="en-US" altLang="en-US" sz="4000">
              <a:latin typeface="Times New Roman" panose="02020603050405020304" pitchFamily="18" charset="0"/>
              <a:cs typeface="Times New Roman" panose="02020603050405020304" pitchFamily="18" charset="0"/>
            </a:endParaRPr>
          </a:p>
        </p:txBody>
      </p:sp>
      <p:sp>
        <p:nvSpPr>
          <p:cNvPr id="38" name="TextBox 37"/>
          <p:cNvSpPr txBox="1"/>
          <p:nvPr/>
        </p:nvSpPr>
        <p:spPr>
          <a:xfrm>
            <a:off x="29044978" y="14272321"/>
            <a:ext cx="14582941" cy="1200329"/>
          </a:xfrm>
          <a:prstGeom prst="rect">
            <a:avLst/>
          </a:prstGeom>
          <a:noFill/>
        </p:spPr>
        <p:txBody>
          <a:bodyPr wrap="square" rtlCol="0">
            <a:spAutoFit/>
          </a:bodyPr>
          <a:lstStyle/>
          <a:p>
            <a:r>
              <a:rPr lang="en-US" sz="3600" b="1" dirty="0">
                <a:latin typeface="Times New Roman" panose="02020603050405020304" pitchFamily="18" charset="0"/>
                <a:cs typeface="Times New Roman" panose="02020603050405020304" pitchFamily="18" charset="0"/>
              </a:rPr>
              <a:t>Figure 4</a:t>
            </a:r>
            <a:r>
              <a:rPr lang="en-US" sz="3600" dirty="0">
                <a:latin typeface="Times New Roman" panose="02020603050405020304" pitchFamily="18" charset="0"/>
                <a:cs typeface="Times New Roman" panose="02020603050405020304" pitchFamily="18" charset="0"/>
              </a:rPr>
              <a:t>. </a:t>
            </a:r>
            <a:r>
              <a:rPr lang="en-US" sz="3600" dirty="0">
                <a:effectLst/>
                <a:latin typeface="Times New Roman" panose="02020603050405020304" pitchFamily="18" charset="0"/>
                <a:ea typeface="Times New Roman" panose="02020603050405020304" pitchFamily="18" charset="0"/>
              </a:rPr>
              <a:t>Morphology and elemental analysis of </a:t>
            </a:r>
            <a:r>
              <a:rPr lang="en-US" sz="3600" dirty="0">
                <a:solidFill>
                  <a:srgbClr val="222222"/>
                </a:solidFill>
                <a:effectLst/>
                <a:highlight>
                  <a:srgbClr val="FFFFFF"/>
                </a:highlight>
                <a:latin typeface="Times New Roman" panose="02020603050405020304" pitchFamily="18" charset="0"/>
                <a:ea typeface="Times New Roman" panose="02020603050405020304" pitchFamily="18" charset="0"/>
              </a:rPr>
              <a:t>(Mo</a:t>
            </a:r>
            <a:r>
              <a:rPr lang="en-US" sz="3600" baseline="-25000" dirty="0">
                <a:solidFill>
                  <a:srgbClr val="222222"/>
                </a:solidFill>
                <a:effectLst/>
                <a:highlight>
                  <a:srgbClr val="FFFFFF"/>
                </a:highlight>
                <a:latin typeface="Times New Roman" panose="02020603050405020304" pitchFamily="18" charset="0"/>
                <a:ea typeface="Times New Roman" panose="02020603050405020304" pitchFamily="18" charset="0"/>
              </a:rPr>
              <a:t>2/3</a:t>
            </a:r>
            <a:r>
              <a:rPr lang="en-US" sz="3600" dirty="0">
                <a:solidFill>
                  <a:srgbClr val="222222"/>
                </a:solidFill>
                <a:effectLst/>
                <a:highlight>
                  <a:srgbClr val="FFFFFF"/>
                </a:highlight>
                <a:latin typeface="Times New Roman" panose="02020603050405020304" pitchFamily="18" charset="0"/>
                <a:ea typeface="Times New Roman" panose="02020603050405020304" pitchFamily="18" charset="0"/>
              </a:rPr>
              <a:t>Er</a:t>
            </a:r>
            <a:r>
              <a:rPr lang="en-US" sz="3600" baseline="-25000" dirty="0">
                <a:solidFill>
                  <a:srgbClr val="222222"/>
                </a:solidFill>
                <a:effectLst/>
                <a:highlight>
                  <a:srgbClr val="FFFFFF"/>
                </a:highlight>
                <a:latin typeface="Times New Roman" panose="02020603050405020304" pitchFamily="18" charset="0"/>
                <a:ea typeface="Times New Roman" panose="02020603050405020304" pitchFamily="18" charset="0"/>
              </a:rPr>
              <a:t>1/3</a:t>
            </a:r>
            <a:r>
              <a:rPr lang="en-US" sz="3600" dirty="0">
                <a:solidFill>
                  <a:srgbClr val="222222"/>
                </a:solidFill>
                <a:effectLst/>
                <a:highlight>
                  <a:srgbClr val="FFFFFF"/>
                </a:highlight>
                <a:latin typeface="Times New Roman" panose="02020603050405020304" pitchFamily="18" charset="0"/>
                <a:ea typeface="Times New Roman" panose="02020603050405020304" pitchFamily="18" charset="0"/>
              </a:rPr>
              <a:t>)</a:t>
            </a:r>
            <a:r>
              <a:rPr lang="en-US" sz="3600" baseline="-25000" dirty="0">
                <a:solidFill>
                  <a:srgbClr val="222222"/>
                </a:solidFill>
                <a:effectLst/>
                <a:highlight>
                  <a:srgbClr val="FFFFFF"/>
                </a:highlight>
                <a:latin typeface="Times New Roman" panose="02020603050405020304" pitchFamily="18" charset="0"/>
                <a:ea typeface="Times New Roman" panose="02020603050405020304" pitchFamily="18" charset="0"/>
              </a:rPr>
              <a:t>2</a:t>
            </a:r>
            <a:r>
              <a:rPr lang="en-US" sz="3600" dirty="0">
                <a:solidFill>
                  <a:srgbClr val="222222"/>
                </a:solidFill>
                <a:effectLst/>
                <a:highlight>
                  <a:srgbClr val="FFFFFF"/>
                </a:highlight>
                <a:latin typeface="Times New Roman" panose="02020603050405020304" pitchFamily="18" charset="0"/>
                <a:ea typeface="Times New Roman" panose="02020603050405020304" pitchFamily="18" charset="0"/>
              </a:rPr>
              <a:t>AlC MAX phase and (Mo</a:t>
            </a:r>
            <a:r>
              <a:rPr lang="en-US" sz="3600" baseline="-25000" dirty="0">
                <a:solidFill>
                  <a:srgbClr val="222222"/>
                </a:solidFill>
                <a:effectLst/>
                <a:highlight>
                  <a:srgbClr val="FFFFFF"/>
                </a:highlight>
                <a:latin typeface="Times New Roman" panose="02020603050405020304" pitchFamily="18" charset="0"/>
                <a:ea typeface="Times New Roman" panose="02020603050405020304" pitchFamily="18" charset="0"/>
              </a:rPr>
              <a:t>2/3</a:t>
            </a:r>
            <a:r>
              <a:rPr lang="en-US" sz="3600" dirty="0">
                <a:solidFill>
                  <a:srgbClr val="222222"/>
                </a:solidFill>
                <a:effectLst/>
                <a:highlight>
                  <a:srgbClr val="FFFFFF"/>
                </a:highlight>
                <a:latin typeface="Times New Roman" panose="02020603050405020304" pitchFamily="18" charset="0"/>
                <a:ea typeface="Times New Roman" panose="02020603050405020304" pitchFamily="18" charset="0"/>
              </a:rPr>
              <a:t>Er</a:t>
            </a:r>
            <a:r>
              <a:rPr lang="en-US" sz="3600" baseline="-25000" dirty="0">
                <a:solidFill>
                  <a:srgbClr val="222222"/>
                </a:solidFill>
                <a:effectLst/>
                <a:highlight>
                  <a:srgbClr val="FFFFFF"/>
                </a:highlight>
                <a:latin typeface="Times New Roman" panose="02020603050405020304" pitchFamily="18" charset="0"/>
                <a:ea typeface="Times New Roman" panose="02020603050405020304" pitchFamily="18" charset="0"/>
              </a:rPr>
              <a:t>1/3</a:t>
            </a:r>
            <a:r>
              <a:rPr lang="en-US" sz="3600" dirty="0">
                <a:solidFill>
                  <a:srgbClr val="222222"/>
                </a:solidFill>
                <a:effectLst/>
                <a:highlight>
                  <a:srgbClr val="FFFFFF"/>
                </a:highlight>
                <a:latin typeface="Times New Roman" panose="02020603050405020304" pitchFamily="18" charset="0"/>
                <a:ea typeface="Times New Roman" panose="02020603050405020304" pitchFamily="18" charset="0"/>
              </a:rPr>
              <a:t>)</a:t>
            </a:r>
            <a:r>
              <a:rPr lang="en-US" sz="3600" baseline="-25000" dirty="0">
                <a:solidFill>
                  <a:srgbClr val="222222"/>
                </a:solidFill>
                <a:effectLst/>
                <a:highlight>
                  <a:srgbClr val="FFFFFF"/>
                </a:highlight>
                <a:latin typeface="Times New Roman" panose="02020603050405020304" pitchFamily="18" charset="0"/>
                <a:ea typeface="Times New Roman" panose="02020603050405020304" pitchFamily="18" charset="0"/>
              </a:rPr>
              <a:t>2</a:t>
            </a:r>
            <a:r>
              <a:rPr lang="en-US" sz="3600" dirty="0">
                <a:solidFill>
                  <a:srgbClr val="222222"/>
                </a:solidFill>
                <a:effectLst/>
                <a:highlight>
                  <a:srgbClr val="FFFFFF"/>
                </a:highlight>
                <a:latin typeface="Times New Roman" panose="02020603050405020304" pitchFamily="18" charset="0"/>
                <a:ea typeface="Times New Roman" panose="02020603050405020304" pitchFamily="18" charset="0"/>
              </a:rPr>
              <a:t>C </a:t>
            </a:r>
            <a:r>
              <a:rPr lang="en-US" sz="3600" dirty="0" err="1">
                <a:solidFill>
                  <a:srgbClr val="222222"/>
                </a:solidFill>
                <a:effectLst/>
                <a:highlight>
                  <a:srgbClr val="FFFFFF"/>
                </a:highlight>
                <a:latin typeface="Times New Roman" panose="02020603050405020304" pitchFamily="18" charset="0"/>
                <a:ea typeface="Times New Roman" panose="02020603050405020304" pitchFamily="18" charset="0"/>
              </a:rPr>
              <a:t>MXene</a:t>
            </a:r>
            <a:endParaRPr lang="en-US" sz="3600" dirty="0">
              <a:solidFill>
                <a:prstClr val="black"/>
              </a:solidFill>
              <a:latin typeface="Times New Roman" panose="02020603050405020304" pitchFamily="18" charset="0"/>
              <a:cs typeface="Times New Roman" panose="02020603050405020304" pitchFamily="18" charset="0"/>
            </a:endParaRPr>
          </a:p>
        </p:txBody>
      </p:sp>
      <p:sp>
        <p:nvSpPr>
          <p:cNvPr id="183" name="TextBox 73"/>
          <p:cNvSpPr txBox="1">
            <a:spLocks noChangeArrowheads="1"/>
          </p:cNvSpPr>
          <p:nvPr/>
        </p:nvSpPr>
        <p:spPr bwMode="auto">
          <a:xfrm>
            <a:off x="28997439" y="15500661"/>
            <a:ext cx="8561493" cy="9999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5854" tIns="37926" rIns="75854" bIns="37926">
            <a:spAutoFit/>
          </a:bodyPr>
          <a:lstStyle>
            <a:lvl1pPr>
              <a:defRPr sz="7200">
                <a:solidFill>
                  <a:schemeClr val="tx1"/>
                </a:solidFill>
                <a:latin typeface="Arial" panose="020B0604020202020204" pitchFamily="34" charset="0"/>
                <a:cs typeface="Arial" panose="020B0604020202020204" pitchFamily="34" charset="0"/>
              </a:defRPr>
            </a:lvl1pPr>
            <a:lvl2pPr marL="742950" indent="-285750">
              <a:defRPr sz="7200">
                <a:solidFill>
                  <a:schemeClr val="tx1"/>
                </a:solidFill>
                <a:latin typeface="Arial" panose="020B0604020202020204" pitchFamily="34" charset="0"/>
                <a:cs typeface="Arial" panose="020B0604020202020204" pitchFamily="34" charset="0"/>
              </a:defRPr>
            </a:lvl2pPr>
            <a:lvl3pPr marL="1143000" indent="-228600">
              <a:defRPr sz="7200">
                <a:solidFill>
                  <a:schemeClr val="tx1"/>
                </a:solidFill>
                <a:latin typeface="Arial" panose="020B0604020202020204" pitchFamily="34" charset="0"/>
                <a:cs typeface="Arial" panose="020B0604020202020204" pitchFamily="34" charset="0"/>
              </a:defRPr>
            </a:lvl3pPr>
            <a:lvl4pPr marL="1600200" indent="-228600">
              <a:defRPr sz="7200">
                <a:solidFill>
                  <a:schemeClr val="tx1"/>
                </a:solidFill>
                <a:latin typeface="Arial" panose="020B0604020202020204" pitchFamily="34" charset="0"/>
                <a:cs typeface="Arial" panose="020B0604020202020204" pitchFamily="34" charset="0"/>
              </a:defRPr>
            </a:lvl4pPr>
            <a:lvl5pPr marL="2057400" indent="-228600">
              <a:defRPr sz="7200">
                <a:solidFill>
                  <a:schemeClr val="tx1"/>
                </a:solidFill>
                <a:latin typeface="Arial" panose="020B0604020202020204" pitchFamily="34" charset="0"/>
                <a:cs typeface="Arial" panose="020B0604020202020204" pitchFamily="34" charset="0"/>
              </a:defRPr>
            </a:lvl5pPr>
            <a:lvl6pPr marL="2514600" indent="-228600" defTabSz="3656013" eaLnBrk="0" fontAlgn="base" hangingPunct="0">
              <a:spcBef>
                <a:spcPct val="0"/>
              </a:spcBef>
              <a:spcAft>
                <a:spcPct val="0"/>
              </a:spcAft>
              <a:defRPr sz="7200">
                <a:solidFill>
                  <a:schemeClr val="tx1"/>
                </a:solidFill>
                <a:latin typeface="Arial" panose="020B0604020202020204" pitchFamily="34" charset="0"/>
                <a:cs typeface="Arial" panose="020B0604020202020204" pitchFamily="34" charset="0"/>
              </a:defRPr>
            </a:lvl6pPr>
            <a:lvl7pPr marL="2971800" indent="-228600" defTabSz="3656013" eaLnBrk="0" fontAlgn="base" hangingPunct="0">
              <a:spcBef>
                <a:spcPct val="0"/>
              </a:spcBef>
              <a:spcAft>
                <a:spcPct val="0"/>
              </a:spcAft>
              <a:defRPr sz="7200">
                <a:solidFill>
                  <a:schemeClr val="tx1"/>
                </a:solidFill>
                <a:latin typeface="Arial" panose="020B0604020202020204" pitchFamily="34" charset="0"/>
                <a:cs typeface="Arial" panose="020B0604020202020204" pitchFamily="34" charset="0"/>
              </a:defRPr>
            </a:lvl7pPr>
            <a:lvl8pPr marL="3429000" indent="-228600" defTabSz="3656013" eaLnBrk="0" fontAlgn="base" hangingPunct="0">
              <a:spcBef>
                <a:spcPct val="0"/>
              </a:spcBef>
              <a:spcAft>
                <a:spcPct val="0"/>
              </a:spcAft>
              <a:defRPr sz="7200">
                <a:solidFill>
                  <a:schemeClr val="tx1"/>
                </a:solidFill>
                <a:latin typeface="Arial" panose="020B0604020202020204" pitchFamily="34" charset="0"/>
                <a:cs typeface="Arial" panose="020B0604020202020204" pitchFamily="34" charset="0"/>
              </a:defRPr>
            </a:lvl8pPr>
            <a:lvl9pPr marL="3886200" indent="-228600" defTabSz="3656013" eaLnBrk="0" fontAlgn="base" hangingPunct="0">
              <a:spcBef>
                <a:spcPct val="0"/>
              </a:spcBef>
              <a:spcAft>
                <a:spcPct val="0"/>
              </a:spcAft>
              <a:defRPr sz="7200">
                <a:solidFill>
                  <a:schemeClr val="tx1"/>
                </a:solidFill>
                <a:latin typeface="Arial" panose="020B0604020202020204" pitchFamily="34" charset="0"/>
                <a:cs typeface="Arial" panose="020B0604020202020204" pitchFamily="34" charset="0"/>
              </a:defRPr>
            </a:lvl9pPr>
          </a:lstStyle>
          <a:p>
            <a:pPr eaLnBrk="1" hangingPunct="1"/>
            <a:r>
              <a:rPr lang="en-US" altLang="en-US" sz="6000" b="1" u="sng" dirty="0">
                <a:latin typeface="Times New Roman" panose="02020603050405020304" pitchFamily="18" charset="0"/>
                <a:cs typeface="Times New Roman" panose="02020603050405020304" pitchFamily="18" charset="0"/>
              </a:rPr>
              <a:t>Summary</a:t>
            </a:r>
          </a:p>
        </p:txBody>
      </p:sp>
      <p:sp>
        <p:nvSpPr>
          <p:cNvPr id="184" name="TextBox 82"/>
          <p:cNvSpPr txBox="1">
            <a:spLocks noChangeArrowheads="1"/>
          </p:cNvSpPr>
          <p:nvPr/>
        </p:nvSpPr>
        <p:spPr bwMode="auto">
          <a:xfrm>
            <a:off x="28775933" y="26132882"/>
            <a:ext cx="8561493" cy="9999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5854" tIns="37926" rIns="75854" bIns="37926">
            <a:spAutoFit/>
          </a:bodyPr>
          <a:lstStyle>
            <a:lvl1pPr>
              <a:defRPr sz="7200">
                <a:solidFill>
                  <a:schemeClr val="tx1"/>
                </a:solidFill>
                <a:latin typeface="Arial" panose="020B0604020202020204" pitchFamily="34" charset="0"/>
                <a:cs typeface="Arial" panose="020B0604020202020204" pitchFamily="34" charset="0"/>
              </a:defRPr>
            </a:lvl1pPr>
            <a:lvl2pPr marL="742950" indent="-285750">
              <a:defRPr sz="7200">
                <a:solidFill>
                  <a:schemeClr val="tx1"/>
                </a:solidFill>
                <a:latin typeface="Arial" panose="020B0604020202020204" pitchFamily="34" charset="0"/>
                <a:cs typeface="Arial" panose="020B0604020202020204" pitchFamily="34" charset="0"/>
              </a:defRPr>
            </a:lvl2pPr>
            <a:lvl3pPr marL="1143000" indent="-228600">
              <a:defRPr sz="7200">
                <a:solidFill>
                  <a:schemeClr val="tx1"/>
                </a:solidFill>
                <a:latin typeface="Arial" panose="020B0604020202020204" pitchFamily="34" charset="0"/>
                <a:cs typeface="Arial" panose="020B0604020202020204" pitchFamily="34" charset="0"/>
              </a:defRPr>
            </a:lvl3pPr>
            <a:lvl4pPr marL="1600200" indent="-228600">
              <a:defRPr sz="7200">
                <a:solidFill>
                  <a:schemeClr val="tx1"/>
                </a:solidFill>
                <a:latin typeface="Arial" panose="020B0604020202020204" pitchFamily="34" charset="0"/>
                <a:cs typeface="Arial" panose="020B0604020202020204" pitchFamily="34" charset="0"/>
              </a:defRPr>
            </a:lvl4pPr>
            <a:lvl5pPr marL="2057400" indent="-228600">
              <a:defRPr sz="7200">
                <a:solidFill>
                  <a:schemeClr val="tx1"/>
                </a:solidFill>
                <a:latin typeface="Arial" panose="020B0604020202020204" pitchFamily="34" charset="0"/>
                <a:cs typeface="Arial" panose="020B0604020202020204" pitchFamily="34" charset="0"/>
              </a:defRPr>
            </a:lvl5pPr>
            <a:lvl6pPr marL="2514600" indent="-228600" defTabSz="3656013" eaLnBrk="0" fontAlgn="base" hangingPunct="0">
              <a:spcBef>
                <a:spcPct val="0"/>
              </a:spcBef>
              <a:spcAft>
                <a:spcPct val="0"/>
              </a:spcAft>
              <a:defRPr sz="7200">
                <a:solidFill>
                  <a:schemeClr val="tx1"/>
                </a:solidFill>
                <a:latin typeface="Arial" panose="020B0604020202020204" pitchFamily="34" charset="0"/>
                <a:cs typeface="Arial" panose="020B0604020202020204" pitchFamily="34" charset="0"/>
              </a:defRPr>
            </a:lvl6pPr>
            <a:lvl7pPr marL="2971800" indent="-228600" defTabSz="3656013" eaLnBrk="0" fontAlgn="base" hangingPunct="0">
              <a:spcBef>
                <a:spcPct val="0"/>
              </a:spcBef>
              <a:spcAft>
                <a:spcPct val="0"/>
              </a:spcAft>
              <a:defRPr sz="7200">
                <a:solidFill>
                  <a:schemeClr val="tx1"/>
                </a:solidFill>
                <a:latin typeface="Arial" panose="020B0604020202020204" pitchFamily="34" charset="0"/>
                <a:cs typeface="Arial" panose="020B0604020202020204" pitchFamily="34" charset="0"/>
              </a:defRPr>
            </a:lvl7pPr>
            <a:lvl8pPr marL="3429000" indent="-228600" defTabSz="3656013" eaLnBrk="0" fontAlgn="base" hangingPunct="0">
              <a:spcBef>
                <a:spcPct val="0"/>
              </a:spcBef>
              <a:spcAft>
                <a:spcPct val="0"/>
              </a:spcAft>
              <a:defRPr sz="7200">
                <a:solidFill>
                  <a:schemeClr val="tx1"/>
                </a:solidFill>
                <a:latin typeface="Arial" panose="020B0604020202020204" pitchFamily="34" charset="0"/>
                <a:cs typeface="Arial" panose="020B0604020202020204" pitchFamily="34" charset="0"/>
              </a:defRPr>
            </a:lvl8pPr>
            <a:lvl9pPr marL="3886200" indent="-228600" defTabSz="3656013" eaLnBrk="0" fontAlgn="base" hangingPunct="0">
              <a:spcBef>
                <a:spcPct val="0"/>
              </a:spcBef>
              <a:spcAft>
                <a:spcPct val="0"/>
              </a:spcAft>
              <a:defRPr sz="7200">
                <a:solidFill>
                  <a:schemeClr val="tx1"/>
                </a:solidFill>
                <a:latin typeface="Arial" panose="020B0604020202020204" pitchFamily="34" charset="0"/>
                <a:cs typeface="Arial" panose="020B0604020202020204" pitchFamily="34" charset="0"/>
              </a:defRPr>
            </a:lvl9pPr>
          </a:lstStyle>
          <a:p>
            <a:pPr eaLnBrk="1" hangingPunct="1"/>
            <a:r>
              <a:rPr lang="en-US" altLang="en-US" sz="6000" b="1" u="sng" dirty="0">
                <a:latin typeface="Times New Roman" panose="02020603050405020304" pitchFamily="18" charset="0"/>
                <a:cs typeface="Times New Roman" panose="02020603050405020304" pitchFamily="18" charset="0"/>
              </a:rPr>
              <a:t>References</a:t>
            </a:r>
          </a:p>
        </p:txBody>
      </p:sp>
      <p:sp>
        <p:nvSpPr>
          <p:cNvPr id="2" name="TextBox 1"/>
          <p:cNvSpPr txBox="1"/>
          <p:nvPr/>
        </p:nvSpPr>
        <p:spPr>
          <a:xfrm>
            <a:off x="28927643" y="27018468"/>
            <a:ext cx="14421707" cy="3785652"/>
          </a:xfrm>
          <a:prstGeom prst="rect">
            <a:avLst/>
          </a:prstGeom>
          <a:noFill/>
        </p:spPr>
        <p:txBody>
          <a:bodyPr wrap="square" rtlCol="0">
            <a:spAutoFit/>
          </a:bodyPr>
          <a:lstStyle/>
          <a:p>
            <a:pPr marL="457200" marR="0" indent="-457200" algn="just">
              <a:spcBef>
                <a:spcPts val="0"/>
              </a:spcBef>
              <a:spcAft>
                <a:spcPts val="0"/>
              </a:spcAft>
            </a:pPr>
            <a:r>
              <a:rPr lang="en-US" sz="4000" dirty="0">
                <a:effectLst/>
                <a:latin typeface="Times New Roman" panose="02020603050405020304" pitchFamily="18" charset="0"/>
                <a:ea typeface="Times New Roman" panose="02020603050405020304" pitchFamily="18" charset="0"/>
              </a:rPr>
              <a:t>[1] </a:t>
            </a:r>
            <a:r>
              <a:rPr lang="en-US" sz="4000" dirty="0">
                <a:solidFill>
                  <a:srgbClr val="222222"/>
                </a:solidFill>
                <a:effectLst/>
                <a:highlight>
                  <a:srgbClr val="FFFFFF"/>
                </a:highlight>
                <a:latin typeface="Times New Roman" panose="02020603050405020304" pitchFamily="18" charset="0"/>
                <a:ea typeface="Times New Roman" panose="02020603050405020304" pitchFamily="18" charset="0"/>
              </a:rPr>
              <a:t>L. Verger </a:t>
            </a:r>
            <a:r>
              <a:rPr lang="en-US" sz="4000" dirty="0">
                <a:effectLst/>
                <a:latin typeface="Times New Roman" panose="02020603050405020304" pitchFamily="18" charset="0"/>
                <a:ea typeface="Times New Roman" panose="02020603050405020304" pitchFamily="18" charset="0"/>
              </a:rPr>
              <a:t>et. al., </a:t>
            </a:r>
            <a:r>
              <a:rPr lang="en-US" sz="4000" dirty="0">
                <a:solidFill>
                  <a:srgbClr val="040C28"/>
                </a:solidFill>
                <a:effectLst/>
                <a:latin typeface="Times New Roman" panose="02020603050405020304" pitchFamily="18" charset="0"/>
                <a:ea typeface="Times New Roman" panose="02020603050405020304" pitchFamily="18" charset="0"/>
              </a:rPr>
              <a:t>Curr. </a:t>
            </a:r>
            <a:r>
              <a:rPr lang="en-US" sz="4000" dirty="0" err="1">
                <a:solidFill>
                  <a:srgbClr val="040C28"/>
                </a:solidFill>
                <a:effectLst/>
                <a:latin typeface="Times New Roman" panose="02020603050405020304" pitchFamily="18" charset="0"/>
                <a:ea typeface="Times New Roman" panose="02020603050405020304" pitchFamily="18" charset="0"/>
              </a:rPr>
              <a:t>Opin</a:t>
            </a:r>
            <a:r>
              <a:rPr lang="en-US" sz="4000" dirty="0">
                <a:solidFill>
                  <a:srgbClr val="040C28"/>
                </a:solidFill>
                <a:effectLst/>
                <a:latin typeface="Times New Roman" panose="02020603050405020304" pitchFamily="18" charset="0"/>
                <a:ea typeface="Times New Roman" panose="02020603050405020304" pitchFamily="18" charset="0"/>
              </a:rPr>
              <a:t>. Solid State Mater. Sci</a:t>
            </a:r>
            <a:r>
              <a:rPr lang="en-US" sz="4000" dirty="0">
                <a:solidFill>
                  <a:srgbClr val="202124"/>
                </a:solidFill>
                <a:effectLst/>
                <a:highlight>
                  <a:srgbClr val="FFFFFF"/>
                </a:highlight>
                <a:latin typeface="Times New Roman" panose="02020603050405020304" pitchFamily="18" charset="0"/>
                <a:ea typeface="Times New Roman" panose="02020603050405020304" pitchFamily="18" charset="0"/>
              </a:rPr>
              <a:t>.</a:t>
            </a:r>
            <a:r>
              <a:rPr lang="en-US" sz="4000" i="1" dirty="0">
                <a:solidFill>
                  <a:srgbClr val="222222"/>
                </a:solidFill>
                <a:effectLst/>
                <a:highlight>
                  <a:srgbClr val="FFFFFF"/>
                </a:highlight>
                <a:latin typeface="Times New Roman" panose="02020603050405020304" pitchFamily="18" charset="0"/>
                <a:ea typeface="Times New Roman" panose="02020603050405020304" pitchFamily="18" charset="0"/>
              </a:rPr>
              <a:t>,</a:t>
            </a:r>
            <a:r>
              <a:rPr lang="en-US" sz="4000" dirty="0">
                <a:solidFill>
                  <a:srgbClr val="222222"/>
                </a:solidFill>
                <a:effectLst/>
                <a:highlight>
                  <a:srgbClr val="FFFFFF"/>
                </a:highlight>
                <a:latin typeface="Times New Roman" panose="02020603050405020304" pitchFamily="18" charset="0"/>
                <a:ea typeface="Times New Roman" panose="02020603050405020304" pitchFamily="18" charset="0"/>
              </a:rPr>
              <a:t> </a:t>
            </a:r>
            <a:r>
              <a:rPr lang="en-US" sz="4000" b="1" dirty="0">
                <a:solidFill>
                  <a:srgbClr val="222222"/>
                </a:solidFill>
                <a:effectLst/>
                <a:highlight>
                  <a:srgbClr val="FFFFFF"/>
                </a:highlight>
                <a:latin typeface="Times New Roman" panose="02020603050405020304" pitchFamily="18" charset="0"/>
                <a:ea typeface="Times New Roman" panose="02020603050405020304" pitchFamily="18" charset="0"/>
              </a:rPr>
              <a:t>23 </a:t>
            </a:r>
            <a:r>
              <a:rPr lang="en-US" sz="4000" dirty="0">
                <a:solidFill>
                  <a:srgbClr val="222222"/>
                </a:solidFill>
                <a:effectLst/>
                <a:highlight>
                  <a:srgbClr val="FFFFFF"/>
                </a:highlight>
                <a:latin typeface="Times New Roman" panose="02020603050405020304" pitchFamily="18" charset="0"/>
                <a:ea typeface="Times New Roman" panose="02020603050405020304" pitchFamily="18" charset="0"/>
              </a:rPr>
              <a:t>(2019) 149-163.</a:t>
            </a:r>
            <a:endParaRPr lang="en-US" sz="4000" dirty="0">
              <a:effectLst/>
              <a:latin typeface="Times New Roman" panose="02020603050405020304" pitchFamily="18" charset="0"/>
              <a:ea typeface="Times New Roman" panose="02020603050405020304" pitchFamily="18" charset="0"/>
            </a:endParaRPr>
          </a:p>
          <a:p>
            <a:pPr marL="457200" marR="0" indent="-457200" algn="just">
              <a:spcBef>
                <a:spcPts val="0"/>
              </a:spcBef>
              <a:spcAft>
                <a:spcPts val="0"/>
              </a:spcAft>
            </a:pPr>
            <a:r>
              <a:rPr lang="en-US" sz="4000" dirty="0">
                <a:effectLst/>
                <a:latin typeface="Times New Roman" panose="02020603050405020304" pitchFamily="18" charset="0"/>
                <a:ea typeface="Times New Roman" panose="02020603050405020304" pitchFamily="18" charset="0"/>
              </a:rPr>
              <a:t>[2] </a:t>
            </a:r>
            <a:r>
              <a:rPr lang="en-US" sz="4000" dirty="0">
                <a:solidFill>
                  <a:srgbClr val="222222"/>
                </a:solidFill>
                <a:effectLst/>
                <a:highlight>
                  <a:srgbClr val="FFFFFF"/>
                </a:highlight>
                <a:latin typeface="Times New Roman" panose="02020603050405020304" pitchFamily="18" charset="0"/>
                <a:ea typeface="Times New Roman" panose="02020603050405020304" pitchFamily="18" charset="0"/>
              </a:rPr>
              <a:t>M. </a:t>
            </a:r>
            <a:r>
              <a:rPr lang="en-US" sz="4000" dirty="0" err="1">
                <a:solidFill>
                  <a:srgbClr val="222222"/>
                </a:solidFill>
                <a:effectLst/>
                <a:highlight>
                  <a:srgbClr val="FFFFFF"/>
                </a:highlight>
                <a:latin typeface="Times New Roman" panose="02020603050405020304" pitchFamily="18" charset="0"/>
                <a:ea typeface="Times New Roman" panose="02020603050405020304" pitchFamily="18" charset="0"/>
              </a:rPr>
              <a:t>Khazaei</a:t>
            </a:r>
            <a:r>
              <a:rPr lang="en-US" sz="4000" dirty="0">
                <a:solidFill>
                  <a:srgbClr val="222222"/>
                </a:solidFill>
                <a:effectLst/>
                <a:highlight>
                  <a:srgbClr val="FFFFFF"/>
                </a:highlight>
                <a:latin typeface="Times New Roman" panose="02020603050405020304" pitchFamily="18" charset="0"/>
                <a:ea typeface="Times New Roman" panose="02020603050405020304" pitchFamily="18" charset="0"/>
              </a:rPr>
              <a:t> </a:t>
            </a:r>
            <a:r>
              <a:rPr lang="en-US" sz="4000" dirty="0">
                <a:effectLst/>
                <a:latin typeface="Times New Roman" panose="02020603050405020304" pitchFamily="18" charset="0"/>
                <a:ea typeface="Times New Roman" panose="02020603050405020304" pitchFamily="18" charset="0"/>
              </a:rPr>
              <a:t>et. al., </a:t>
            </a:r>
            <a:r>
              <a:rPr lang="en-US" sz="4000" dirty="0">
                <a:solidFill>
                  <a:srgbClr val="000000"/>
                </a:solidFill>
                <a:effectLst/>
                <a:latin typeface="Times New Roman" panose="02020603050405020304" pitchFamily="18" charset="0"/>
                <a:ea typeface="Times New Roman" panose="02020603050405020304" pitchFamily="18" charset="0"/>
              </a:rPr>
              <a:t>Phys. Rev. Mater</a:t>
            </a:r>
            <a:r>
              <a:rPr lang="en-US" sz="4000" dirty="0">
                <a:effectLst/>
                <a:latin typeface="Times New Roman" panose="02020603050405020304" pitchFamily="18" charset="0"/>
                <a:ea typeface="Times New Roman" panose="02020603050405020304" pitchFamily="18" charset="0"/>
              </a:rPr>
              <a:t>.,</a:t>
            </a:r>
            <a:r>
              <a:rPr lang="en-US" sz="4000" dirty="0">
                <a:solidFill>
                  <a:srgbClr val="222222"/>
                </a:solidFill>
                <a:effectLst/>
                <a:highlight>
                  <a:srgbClr val="FFFFFF"/>
                </a:highlight>
                <a:latin typeface="Times New Roman" panose="02020603050405020304" pitchFamily="18" charset="0"/>
                <a:ea typeface="Times New Roman" panose="02020603050405020304" pitchFamily="18" charset="0"/>
              </a:rPr>
              <a:t> </a:t>
            </a:r>
            <a:r>
              <a:rPr lang="en-US" sz="4000" b="1" dirty="0">
                <a:solidFill>
                  <a:srgbClr val="222222"/>
                </a:solidFill>
                <a:effectLst/>
                <a:highlight>
                  <a:srgbClr val="FFFFFF"/>
                </a:highlight>
                <a:latin typeface="Times New Roman" panose="02020603050405020304" pitchFamily="18" charset="0"/>
                <a:ea typeface="Times New Roman" panose="02020603050405020304" pitchFamily="18" charset="0"/>
              </a:rPr>
              <a:t>2 </a:t>
            </a:r>
            <a:r>
              <a:rPr lang="en-US" sz="4000" dirty="0">
                <a:solidFill>
                  <a:srgbClr val="222222"/>
                </a:solidFill>
                <a:effectLst/>
                <a:highlight>
                  <a:srgbClr val="FFFFFF"/>
                </a:highlight>
                <a:latin typeface="Times New Roman" panose="02020603050405020304" pitchFamily="18" charset="0"/>
                <a:ea typeface="Times New Roman" panose="02020603050405020304" pitchFamily="18" charset="0"/>
              </a:rPr>
              <a:t>(2018) 074002.</a:t>
            </a:r>
            <a:endParaRPr lang="en-US" sz="4000" dirty="0">
              <a:effectLst/>
              <a:latin typeface="Times New Roman" panose="02020603050405020304" pitchFamily="18" charset="0"/>
              <a:ea typeface="Times New Roman" panose="02020603050405020304" pitchFamily="18" charset="0"/>
            </a:endParaRPr>
          </a:p>
          <a:p>
            <a:pPr marL="0" marR="0" algn="just">
              <a:spcBef>
                <a:spcPts val="0"/>
              </a:spcBef>
              <a:spcAft>
                <a:spcPts val="0"/>
              </a:spcAft>
            </a:pPr>
            <a:r>
              <a:rPr lang="en-US" sz="4000" dirty="0">
                <a:effectLst/>
                <a:latin typeface="Times New Roman" panose="02020603050405020304" pitchFamily="18" charset="0"/>
                <a:ea typeface="Times New Roman" panose="02020603050405020304" pitchFamily="18" charset="0"/>
              </a:rPr>
              <a:t>[3] </a:t>
            </a:r>
            <a:r>
              <a:rPr lang="en-US" sz="4000" dirty="0">
                <a:solidFill>
                  <a:srgbClr val="000000"/>
                </a:solidFill>
                <a:effectLst/>
                <a:latin typeface="Times New Roman" panose="02020603050405020304" pitchFamily="18" charset="0"/>
                <a:ea typeface="Times New Roman" panose="02020603050405020304" pitchFamily="18" charset="0"/>
              </a:rPr>
              <a:t>Y. </a:t>
            </a:r>
            <a:r>
              <a:rPr lang="en-US" sz="4000" dirty="0" err="1">
                <a:solidFill>
                  <a:srgbClr val="000000"/>
                </a:solidFill>
                <a:effectLst/>
                <a:latin typeface="Times New Roman" panose="02020603050405020304" pitchFamily="18" charset="0"/>
                <a:ea typeface="Times New Roman" panose="02020603050405020304" pitchFamily="18" charset="0"/>
              </a:rPr>
              <a:t>Gogotsi</a:t>
            </a:r>
            <a:r>
              <a:rPr lang="en-US" sz="4000" dirty="0">
                <a:solidFill>
                  <a:srgbClr val="000000"/>
                </a:solidFill>
                <a:effectLst/>
                <a:latin typeface="Times New Roman" panose="02020603050405020304" pitchFamily="18" charset="0"/>
                <a:ea typeface="Times New Roman" panose="02020603050405020304" pitchFamily="18" charset="0"/>
              </a:rPr>
              <a:t>, B. </a:t>
            </a:r>
            <a:r>
              <a:rPr lang="en-US" sz="4000" dirty="0" err="1">
                <a:solidFill>
                  <a:srgbClr val="000000"/>
                </a:solidFill>
                <a:effectLst/>
                <a:latin typeface="Times New Roman" panose="02020603050405020304" pitchFamily="18" charset="0"/>
                <a:ea typeface="Times New Roman" panose="02020603050405020304" pitchFamily="18" charset="0"/>
              </a:rPr>
              <a:t>Anasori</a:t>
            </a:r>
            <a:r>
              <a:rPr lang="en-US" sz="4000" dirty="0">
                <a:effectLst/>
                <a:latin typeface="Times New Roman" panose="02020603050405020304" pitchFamily="18" charset="0"/>
                <a:ea typeface="Times New Roman" panose="02020603050405020304" pitchFamily="18" charset="0"/>
              </a:rPr>
              <a:t>, </a:t>
            </a:r>
            <a:r>
              <a:rPr lang="en-US" sz="4000" dirty="0">
                <a:solidFill>
                  <a:srgbClr val="000000"/>
                </a:solidFill>
                <a:effectLst/>
                <a:latin typeface="Times New Roman" panose="02020603050405020304" pitchFamily="18" charset="0"/>
                <a:ea typeface="Times New Roman" panose="02020603050405020304" pitchFamily="18" charset="0"/>
              </a:rPr>
              <a:t>ACS Nano. </a:t>
            </a:r>
            <a:r>
              <a:rPr lang="en-US" sz="4000" b="1" dirty="0">
                <a:solidFill>
                  <a:srgbClr val="000000"/>
                </a:solidFill>
                <a:effectLst/>
                <a:latin typeface="Times New Roman" panose="02020603050405020304" pitchFamily="18" charset="0"/>
                <a:ea typeface="Times New Roman" panose="02020603050405020304" pitchFamily="18" charset="0"/>
              </a:rPr>
              <a:t>13</a:t>
            </a:r>
            <a:r>
              <a:rPr lang="en-US" sz="4000" dirty="0">
                <a:solidFill>
                  <a:srgbClr val="000000"/>
                </a:solidFill>
                <a:effectLst/>
                <a:latin typeface="Times New Roman" panose="02020603050405020304" pitchFamily="18" charset="0"/>
                <a:ea typeface="Times New Roman" panose="02020603050405020304" pitchFamily="18" charset="0"/>
              </a:rPr>
              <a:t> (2019) 8491-8494.</a:t>
            </a:r>
            <a:endParaRPr lang="en-US" sz="4000" dirty="0">
              <a:effectLst/>
              <a:latin typeface="Times New Roman" panose="02020603050405020304" pitchFamily="18" charset="0"/>
              <a:ea typeface="Times New Roman" panose="02020603050405020304" pitchFamily="18" charset="0"/>
            </a:endParaRPr>
          </a:p>
          <a:p>
            <a:pPr marL="0" marR="0">
              <a:spcBef>
                <a:spcPts val="0"/>
              </a:spcBef>
              <a:spcAft>
                <a:spcPts val="0"/>
              </a:spcAft>
            </a:pPr>
            <a:r>
              <a:rPr lang="en-US" sz="4000" dirty="0">
                <a:effectLst/>
                <a:latin typeface="Times New Roman" panose="02020603050405020304" pitchFamily="18" charset="0"/>
                <a:ea typeface="Times New Roman" panose="02020603050405020304" pitchFamily="18" charset="0"/>
              </a:rPr>
              <a:t>[4] </a:t>
            </a:r>
            <a:r>
              <a:rPr lang="en-US" sz="4000" dirty="0">
                <a:solidFill>
                  <a:srgbClr val="222222"/>
                </a:solidFill>
                <a:effectLst/>
                <a:highlight>
                  <a:srgbClr val="FFFFFF"/>
                </a:highlight>
                <a:latin typeface="Times New Roman" panose="02020603050405020304" pitchFamily="18" charset="0"/>
                <a:ea typeface="Times New Roman" panose="02020603050405020304" pitchFamily="18" charset="0"/>
              </a:rPr>
              <a:t>W. Wang </a:t>
            </a:r>
            <a:r>
              <a:rPr lang="en-US" sz="4000" dirty="0">
                <a:effectLst/>
                <a:latin typeface="Times New Roman" panose="02020603050405020304" pitchFamily="18" charset="0"/>
                <a:ea typeface="Times New Roman" panose="02020603050405020304" pitchFamily="18" charset="0"/>
              </a:rPr>
              <a:t>et. al., </a:t>
            </a:r>
            <a:r>
              <a:rPr lang="en-US" sz="4000" dirty="0">
                <a:solidFill>
                  <a:srgbClr val="000000"/>
                </a:solidFill>
                <a:effectLst/>
                <a:latin typeface="Times New Roman" panose="02020603050405020304" pitchFamily="18" charset="0"/>
                <a:ea typeface="Times New Roman" panose="02020603050405020304" pitchFamily="18" charset="0"/>
              </a:rPr>
              <a:t>Science. </a:t>
            </a:r>
            <a:r>
              <a:rPr lang="en-US" sz="4000" b="1" dirty="0">
                <a:solidFill>
                  <a:srgbClr val="000000"/>
                </a:solidFill>
                <a:effectLst/>
                <a:latin typeface="Times New Roman" panose="02020603050405020304" pitchFamily="18" charset="0"/>
                <a:ea typeface="Times New Roman" panose="02020603050405020304" pitchFamily="18" charset="0"/>
              </a:rPr>
              <a:t>379</a:t>
            </a:r>
            <a:r>
              <a:rPr lang="en-US" sz="4000" dirty="0">
                <a:solidFill>
                  <a:srgbClr val="000000"/>
                </a:solidFill>
                <a:effectLst/>
                <a:latin typeface="Times New Roman" panose="02020603050405020304" pitchFamily="18" charset="0"/>
                <a:ea typeface="Times New Roman" panose="02020603050405020304" pitchFamily="18" charset="0"/>
              </a:rPr>
              <a:t> (2023) 1242-1247</a:t>
            </a:r>
            <a:r>
              <a:rPr lang="en-US" sz="4000" dirty="0">
                <a:solidFill>
                  <a:srgbClr val="222222"/>
                </a:solidFill>
                <a:effectLst/>
                <a:highlight>
                  <a:srgbClr val="FFFFFF"/>
                </a:highlight>
                <a:latin typeface="Times New Roman" panose="02020603050405020304" pitchFamily="18" charset="0"/>
                <a:ea typeface="Times New Roman" panose="02020603050405020304" pitchFamily="18" charset="0"/>
              </a:rPr>
              <a:t>.</a:t>
            </a:r>
            <a:endParaRPr lang="en-US" sz="4000" dirty="0">
              <a:effectLst/>
              <a:latin typeface="Times New Roman" panose="02020603050405020304" pitchFamily="18" charset="0"/>
              <a:ea typeface="Times New Roman" panose="02020603050405020304" pitchFamily="18" charset="0"/>
            </a:endParaRPr>
          </a:p>
          <a:p>
            <a:endParaRPr lang="en-US" sz="4000" dirty="0">
              <a:latin typeface="Times New Roman" panose="02020603050405020304" pitchFamily="18" charset="0"/>
              <a:cs typeface="Times New Roman" panose="02020603050405020304" pitchFamily="18" charset="0"/>
            </a:endParaRPr>
          </a:p>
        </p:txBody>
      </p:sp>
      <p:sp>
        <p:nvSpPr>
          <p:cNvPr id="45" name="TextBox 44">
            <a:extLst>
              <a:ext uri="{FF2B5EF4-FFF2-40B4-BE49-F238E27FC236}">
                <a16:creationId xmlns:a16="http://schemas.microsoft.com/office/drawing/2014/main" id="{20BC9D75-5AAC-45E1-AF39-E55FB874AD66}"/>
              </a:ext>
            </a:extLst>
          </p:cNvPr>
          <p:cNvSpPr txBox="1"/>
          <p:nvPr/>
        </p:nvSpPr>
        <p:spPr>
          <a:xfrm>
            <a:off x="61927926" y="9788193"/>
            <a:ext cx="8088370" cy="4080207"/>
          </a:xfrm>
          <a:prstGeom prst="rect">
            <a:avLst/>
          </a:prstGeom>
          <a:noFill/>
        </p:spPr>
        <p:txBody>
          <a:bodyPr wrap="square" rtlCol="0">
            <a:spAutoFit/>
          </a:bodyPr>
          <a:lstStyle/>
          <a:p>
            <a:endParaRPr lang="en-US"/>
          </a:p>
        </p:txBody>
      </p:sp>
      <p:sp>
        <p:nvSpPr>
          <p:cNvPr id="5" name="TextBox 4">
            <a:extLst>
              <a:ext uri="{FF2B5EF4-FFF2-40B4-BE49-F238E27FC236}">
                <a16:creationId xmlns:a16="http://schemas.microsoft.com/office/drawing/2014/main" id="{0035FC34-5C55-4BDF-80A1-BCCBAFF6D269}"/>
              </a:ext>
            </a:extLst>
          </p:cNvPr>
          <p:cNvSpPr txBox="1"/>
          <p:nvPr/>
        </p:nvSpPr>
        <p:spPr>
          <a:xfrm>
            <a:off x="29080770" y="16337766"/>
            <a:ext cx="14389060" cy="8094524"/>
          </a:xfrm>
          <a:prstGeom prst="rect">
            <a:avLst/>
          </a:prstGeom>
          <a:noFill/>
        </p:spPr>
        <p:txBody>
          <a:bodyPr wrap="square" rtlCol="0">
            <a:spAutoFit/>
          </a:bodyPr>
          <a:lstStyle/>
          <a:p>
            <a:pPr marL="685800" indent="-685800">
              <a:buFont typeface="Arial" panose="020B0604020202020204" pitchFamily="34" charset="0"/>
              <a:buChar char="•"/>
            </a:pPr>
            <a:r>
              <a:rPr lang="en-US" sz="4000" dirty="0">
                <a:effectLst/>
                <a:latin typeface="Times New Roman" panose="02020603050405020304" pitchFamily="18" charset="0"/>
                <a:ea typeface="Times New Roman" panose="02020603050405020304" pitchFamily="18" charset="0"/>
              </a:rPr>
              <a:t>Raman spectra show significant peaks at ~300 and 677 cm-1 belonging to Nb-O and Nb-C respectively. TGA was utilized to measure thermal stability, oxidation analysis, and degradation behavior by monitoring the critical change in weight percentage. DSC measurements indicate no significant thermal events up to 300°C during heating and cooling cycles. Overall, this analysis aims to contribute to the information database of properties to extend the possible applications of Nb4C3TX. This comprehensive analysis provides valuable insights into the structural and thermal behavior of Nb4C3TX </a:t>
            </a:r>
            <a:r>
              <a:rPr lang="en-US" sz="4000" dirty="0" err="1">
                <a:effectLst/>
                <a:latin typeface="Times New Roman" panose="02020603050405020304" pitchFamily="18" charset="0"/>
                <a:ea typeface="Times New Roman" panose="02020603050405020304" pitchFamily="18" charset="0"/>
              </a:rPr>
              <a:t>MXenes</a:t>
            </a:r>
            <a:r>
              <a:rPr lang="en-US" sz="4000" dirty="0">
                <a:effectLst/>
                <a:latin typeface="Times New Roman" panose="02020603050405020304" pitchFamily="18" charset="0"/>
                <a:ea typeface="Times New Roman" panose="02020603050405020304" pitchFamily="18" charset="0"/>
              </a:rPr>
              <a:t>, contributing to the knowledge base necessary for their potential application in high-temperature and oxidation-sensitive environments.</a:t>
            </a:r>
            <a:endParaRPr lang="en-US" sz="4000" dirty="0">
              <a:latin typeface="Times New Roman" panose="02020603050405020304" pitchFamily="18" charset="0"/>
              <a:cs typeface="Times New Roman" panose="02020603050405020304" pitchFamily="18" charset="0"/>
            </a:endParaRPr>
          </a:p>
        </p:txBody>
      </p:sp>
      <p:sp>
        <p:nvSpPr>
          <p:cNvPr id="60" name="TextBox 82">
            <a:extLst>
              <a:ext uri="{FF2B5EF4-FFF2-40B4-BE49-F238E27FC236}">
                <a16:creationId xmlns:a16="http://schemas.microsoft.com/office/drawing/2014/main" id="{0F6FAED0-79F9-4023-A782-8D9A13E46F37}"/>
              </a:ext>
            </a:extLst>
          </p:cNvPr>
          <p:cNvSpPr txBox="1">
            <a:spLocks noChangeArrowheads="1"/>
          </p:cNvSpPr>
          <p:nvPr/>
        </p:nvSpPr>
        <p:spPr bwMode="auto">
          <a:xfrm>
            <a:off x="28845883" y="30164546"/>
            <a:ext cx="14763007" cy="24156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75854" tIns="37926" rIns="75854" bIns="37926">
            <a:spAutoFit/>
          </a:bodyPr>
          <a:lstStyle>
            <a:lvl1pPr>
              <a:defRPr sz="7200">
                <a:solidFill>
                  <a:schemeClr val="tx1"/>
                </a:solidFill>
                <a:latin typeface="Arial" panose="020B0604020202020204" pitchFamily="34" charset="0"/>
                <a:cs typeface="Arial" panose="020B0604020202020204" pitchFamily="34" charset="0"/>
              </a:defRPr>
            </a:lvl1pPr>
            <a:lvl2pPr marL="742950" indent="-285750">
              <a:defRPr sz="7200">
                <a:solidFill>
                  <a:schemeClr val="tx1"/>
                </a:solidFill>
                <a:latin typeface="Arial" panose="020B0604020202020204" pitchFamily="34" charset="0"/>
                <a:cs typeface="Arial" panose="020B0604020202020204" pitchFamily="34" charset="0"/>
              </a:defRPr>
            </a:lvl2pPr>
            <a:lvl3pPr marL="1143000" indent="-228600">
              <a:defRPr sz="7200">
                <a:solidFill>
                  <a:schemeClr val="tx1"/>
                </a:solidFill>
                <a:latin typeface="Arial" panose="020B0604020202020204" pitchFamily="34" charset="0"/>
                <a:cs typeface="Arial" panose="020B0604020202020204" pitchFamily="34" charset="0"/>
              </a:defRPr>
            </a:lvl3pPr>
            <a:lvl4pPr marL="1600200" indent="-228600">
              <a:defRPr sz="7200">
                <a:solidFill>
                  <a:schemeClr val="tx1"/>
                </a:solidFill>
                <a:latin typeface="Arial" panose="020B0604020202020204" pitchFamily="34" charset="0"/>
                <a:cs typeface="Arial" panose="020B0604020202020204" pitchFamily="34" charset="0"/>
              </a:defRPr>
            </a:lvl4pPr>
            <a:lvl5pPr marL="2057400" indent="-228600">
              <a:defRPr sz="7200">
                <a:solidFill>
                  <a:schemeClr val="tx1"/>
                </a:solidFill>
                <a:latin typeface="Arial" panose="020B0604020202020204" pitchFamily="34" charset="0"/>
                <a:cs typeface="Arial" panose="020B0604020202020204" pitchFamily="34" charset="0"/>
              </a:defRPr>
            </a:lvl5pPr>
            <a:lvl6pPr marL="2514600" indent="-228600" defTabSz="3656013" eaLnBrk="0" fontAlgn="base" hangingPunct="0">
              <a:spcBef>
                <a:spcPct val="0"/>
              </a:spcBef>
              <a:spcAft>
                <a:spcPct val="0"/>
              </a:spcAft>
              <a:defRPr sz="7200">
                <a:solidFill>
                  <a:schemeClr val="tx1"/>
                </a:solidFill>
                <a:latin typeface="Arial" panose="020B0604020202020204" pitchFamily="34" charset="0"/>
                <a:cs typeface="Arial" panose="020B0604020202020204" pitchFamily="34" charset="0"/>
              </a:defRPr>
            </a:lvl6pPr>
            <a:lvl7pPr marL="2971800" indent="-228600" defTabSz="3656013" eaLnBrk="0" fontAlgn="base" hangingPunct="0">
              <a:spcBef>
                <a:spcPct val="0"/>
              </a:spcBef>
              <a:spcAft>
                <a:spcPct val="0"/>
              </a:spcAft>
              <a:defRPr sz="7200">
                <a:solidFill>
                  <a:schemeClr val="tx1"/>
                </a:solidFill>
                <a:latin typeface="Arial" panose="020B0604020202020204" pitchFamily="34" charset="0"/>
                <a:cs typeface="Arial" panose="020B0604020202020204" pitchFamily="34" charset="0"/>
              </a:defRPr>
            </a:lvl7pPr>
            <a:lvl8pPr marL="3429000" indent="-228600" defTabSz="3656013" eaLnBrk="0" fontAlgn="base" hangingPunct="0">
              <a:spcBef>
                <a:spcPct val="0"/>
              </a:spcBef>
              <a:spcAft>
                <a:spcPct val="0"/>
              </a:spcAft>
              <a:defRPr sz="7200">
                <a:solidFill>
                  <a:schemeClr val="tx1"/>
                </a:solidFill>
                <a:latin typeface="Arial" panose="020B0604020202020204" pitchFamily="34" charset="0"/>
                <a:cs typeface="Arial" panose="020B0604020202020204" pitchFamily="34" charset="0"/>
              </a:defRPr>
            </a:lvl8pPr>
            <a:lvl9pPr marL="3886200" indent="-228600" defTabSz="3656013" eaLnBrk="0" fontAlgn="base" hangingPunct="0">
              <a:spcBef>
                <a:spcPct val="0"/>
              </a:spcBef>
              <a:spcAft>
                <a:spcPct val="0"/>
              </a:spcAft>
              <a:defRPr sz="7200">
                <a:solidFill>
                  <a:schemeClr val="tx1"/>
                </a:solidFill>
                <a:latin typeface="Arial" panose="020B0604020202020204" pitchFamily="34" charset="0"/>
                <a:cs typeface="Arial" panose="020B0604020202020204" pitchFamily="34" charset="0"/>
              </a:defRPr>
            </a:lvl9pPr>
          </a:lstStyle>
          <a:p>
            <a:pPr eaLnBrk="1" hangingPunct="1"/>
            <a:r>
              <a:rPr lang="en-US" altLang="en-US" sz="3800" b="1" u="sng" dirty="0">
                <a:latin typeface="Times New Roman" panose="02020603050405020304" pitchFamily="18" charset="0"/>
                <a:cs typeface="Times New Roman" panose="02020603050405020304" pitchFamily="18" charset="0"/>
              </a:rPr>
              <a:t>Contact Information: </a:t>
            </a:r>
          </a:p>
          <a:p>
            <a:pPr eaLnBrk="1" hangingPunct="1"/>
            <a:r>
              <a:rPr lang="en-US" altLang="en-US" sz="3800" dirty="0">
                <a:latin typeface="Times New Roman" panose="02020603050405020304" pitchFamily="18" charset="0"/>
                <a:cs typeface="Times New Roman" panose="02020603050405020304" pitchFamily="18" charset="0"/>
              </a:rPr>
              <a:t>Dr. Bhoj Gautam, </a:t>
            </a:r>
            <a:r>
              <a:rPr lang="en-US" sz="3800" dirty="0">
                <a:latin typeface="Times New Roman" panose="02020603050405020304" pitchFamily="18" charset="0"/>
                <a:cs typeface="Times New Roman" panose="02020603050405020304" pitchFamily="18" charset="0"/>
              </a:rPr>
              <a:t>Department of Chemistry, Physics and Materials Science</a:t>
            </a:r>
          </a:p>
          <a:p>
            <a:r>
              <a:rPr lang="en-US" sz="3800" dirty="0">
                <a:latin typeface="Times New Roman" panose="02020603050405020304" pitchFamily="18" charset="0"/>
                <a:cs typeface="Times New Roman" panose="02020603050405020304" pitchFamily="18" charset="0"/>
              </a:rPr>
              <a:t>Fayetteville State University, Fayetteville, NC-28301</a:t>
            </a:r>
          </a:p>
          <a:p>
            <a:r>
              <a:rPr lang="en-US" sz="3800" dirty="0">
                <a:latin typeface="Times New Roman" panose="02020603050405020304" pitchFamily="18" charset="0"/>
                <a:cs typeface="Times New Roman" panose="02020603050405020304" pitchFamily="18" charset="0"/>
              </a:rPr>
              <a:t> </a:t>
            </a:r>
            <a:r>
              <a:rPr lang="en-US" altLang="en-US" sz="3800" dirty="0">
                <a:latin typeface="Times New Roman" panose="02020603050405020304" pitchFamily="18" charset="0"/>
                <a:cs typeface="Times New Roman" panose="02020603050405020304" pitchFamily="18" charset="0"/>
              </a:rPr>
              <a:t>Email: </a:t>
            </a:r>
            <a:r>
              <a:rPr lang="en-US" altLang="en-US" sz="3800" dirty="0">
                <a:latin typeface="Times New Roman" panose="02020603050405020304" pitchFamily="18" charset="0"/>
                <a:cs typeface="Times New Roman" panose="02020603050405020304" pitchFamily="18" charset="0"/>
                <a:hlinkClick r:id="rId3"/>
              </a:rPr>
              <a:t>bgautam@uncfsu.edu</a:t>
            </a:r>
            <a:r>
              <a:rPr lang="en-US" altLang="en-US" sz="3800" dirty="0">
                <a:latin typeface="Times New Roman" panose="02020603050405020304" pitchFamily="18" charset="0"/>
                <a:cs typeface="Times New Roman" panose="02020603050405020304" pitchFamily="18" charset="0"/>
              </a:rPr>
              <a:t>, </a:t>
            </a:r>
            <a:r>
              <a:rPr lang="en-US" sz="3800" dirty="0">
                <a:latin typeface="Times New Roman" panose="02020603050405020304" pitchFamily="18" charset="0"/>
                <a:cs typeface="Times New Roman" panose="02020603050405020304" pitchFamily="18" charset="0"/>
              </a:rPr>
              <a:t>Phone: 910-672-1653</a:t>
            </a:r>
            <a:endParaRPr lang="en-US" altLang="en-US" sz="3200" b="1" dirty="0">
              <a:latin typeface="Times New Roman" panose="02020603050405020304" pitchFamily="18" charset="0"/>
              <a:cs typeface="Times New Roman" panose="02020603050405020304" pitchFamily="18" charset="0"/>
            </a:endParaRPr>
          </a:p>
        </p:txBody>
      </p:sp>
      <p:sp>
        <p:nvSpPr>
          <p:cNvPr id="27" name="TextBox 26">
            <a:extLst>
              <a:ext uri="{FF2B5EF4-FFF2-40B4-BE49-F238E27FC236}">
                <a16:creationId xmlns:a16="http://schemas.microsoft.com/office/drawing/2014/main" id="{876F09F9-1255-496C-B574-49AA8DA9A3EB}"/>
              </a:ext>
            </a:extLst>
          </p:cNvPr>
          <p:cNvSpPr txBox="1"/>
          <p:nvPr/>
        </p:nvSpPr>
        <p:spPr>
          <a:xfrm>
            <a:off x="29641800" y="8345269"/>
            <a:ext cx="515229" cy="646331"/>
          </a:xfrm>
          <a:prstGeom prst="rect">
            <a:avLst/>
          </a:prstGeom>
          <a:noFill/>
        </p:spPr>
        <p:txBody>
          <a:bodyPr wrap="square" rtlCol="0">
            <a:spAutoFit/>
          </a:bodyPr>
          <a:lstStyle/>
          <a:p>
            <a:r>
              <a:rPr lang="en-US" sz="3600" b="1">
                <a:solidFill>
                  <a:schemeClr val="bg1"/>
                </a:solidFill>
              </a:rPr>
              <a:t>a</a:t>
            </a:r>
          </a:p>
        </p:txBody>
      </p:sp>
      <p:sp>
        <p:nvSpPr>
          <p:cNvPr id="65" name="TextBox 64">
            <a:extLst>
              <a:ext uri="{FF2B5EF4-FFF2-40B4-BE49-F238E27FC236}">
                <a16:creationId xmlns:a16="http://schemas.microsoft.com/office/drawing/2014/main" id="{B0F9D36C-7A7F-458B-B7EE-692FBEB5A544}"/>
              </a:ext>
            </a:extLst>
          </p:cNvPr>
          <p:cNvSpPr txBox="1"/>
          <p:nvPr/>
        </p:nvSpPr>
        <p:spPr>
          <a:xfrm>
            <a:off x="36489376" y="8497669"/>
            <a:ext cx="515229" cy="646331"/>
          </a:xfrm>
          <a:prstGeom prst="rect">
            <a:avLst/>
          </a:prstGeom>
          <a:noFill/>
        </p:spPr>
        <p:txBody>
          <a:bodyPr wrap="square" rtlCol="0">
            <a:spAutoFit/>
          </a:bodyPr>
          <a:lstStyle/>
          <a:p>
            <a:r>
              <a:rPr lang="en-US" sz="3600" b="1">
                <a:solidFill>
                  <a:schemeClr val="bg1"/>
                </a:solidFill>
              </a:rPr>
              <a:t>b</a:t>
            </a:r>
          </a:p>
        </p:txBody>
      </p:sp>
      <p:sp>
        <p:nvSpPr>
          <p:cNvPr id="66" name="TextBox 65">
            <a:extLst>
              <a:ext uri="{FF2B5EF4-FFF2-40B4-BE49-F238E27FC236}">
                <a16:creationId xmlns:a16="http://schemas.microsoft.com/office/drawing/2014/main" id="{D21CC765-3E6D-41D3-8CEC-A7EA7596CB13}"/>
              </a:ext>
            </a:extLst>
          </p:cNvPr>
          <p:cNvSpPr txBox="1"/>
          <p:nvPr/>
        </p:nvSpPr>
        <p:spPr>
          <a:xfrm>
            <a:off x="16598736" y="24231601"/>
            <a:ext cx="393864" cy="651622"/>
          </a:xfrm>
          <a:prstGeom prst="rect">
            <a:avLst/>
          </a:prstGeom>
          <a:noFill/>
        </p:spPr>
        <p:txBody>
          <a:bodyPr wrap="square" rtlCol="0">
            <a:spAutoFit/>
          </a:bodyPr>
          <a:lstStyle/>
          <a:p>
            <a:r>
              <a:rPr lang="en-US" sz="3600" b="1">
                <a:solidFill>
                  <a:schemeClr val="bg1"/>
                </a:solidFill>
              </a:rPr>
              <a:t>a</a:t>
            </a:r>
          </a:p>
        </p:txBody>
      </p:sp>
      <p:sp>
        <p:nvSpPr>
          <p:cNvPr id="67" name="TextBox 66">
            <a:extLst>
              <a:ext uri="{FF2B5EF4-FFF2-40B4-BE49-F238E27FC236}">
                <a16:creationId xmlns:a16="http://schemas.microsoft.com/office/drawing/2014/main" id="{16619130-483E-4D98-8F07-FEE9BBD8A0CA}"/>
              </a:ext>
            </a:extLst>
          </p:cNvPr>
          <p:cNvSpPr txBox="1"/>
          <p:nvPr/>
        </p:nvSpPr>
        <p:spPr>
          <a:xfrm>
            <a:off x="22326600" y="24271069"/>
            <a:ext cx="307362" cy="646331"/>
          </a:xfrm>
          <a:prstGeom prst="rect">
            <a:avLst/>
          </a:prstGeom>
          <a:noFill/>
        </p:spPr>
        <p:txBody>
          <a:bodyPr wrap="square" rtlCol="0">
            <a:spAutoFit/>
          </a:bodyPr>
          <a:lstStyle/>
          <a:p>
            <a:r>
              <a:rPr lang="en-US" sz="3600" b="1">
                <a:solidFill>
                  <a:schemeClr val="bg1"/>
                </a:solidFill>
              </a:rPr>
              <a:t>b</a:t>
            </a:r>
          </a:p>
        </p:txBody>
      </p:sp>
      <p:sp>
        <p:nvSpPr>
          <p:cNvPr id="8" name="Rectangle 7"/>
          <p:cNvSpPr/>
          <p:nvPr/>
        </p:nvSpPr>
        <p:spPr>
          <a:xfrm>
            <a:off x="282310" y="19837646"/>
            <a:ext cx="13739413" cy="12831104"/>
          </a:xfrm>
          <a:prstGeom prst="rect">
            <a:avLst/>
          </a:prstGeom>
          <a:ln/>
        </p:spPr>
        <p:style>
          <a:lnRef idx="2">
            <a:schemeClr val="accent1"/>
          </a:lnRef>
          <a:fillRef idx="1">
            <a:schemeClr val="lt1"/>
          </a:fillRef>
          <a:effectRef idx="0">
            <a:schemeClr val="accent1"/>
          </a:effectRef>
          <a:fontRef idx="minor">
            <a:schemeClr val="dk1"/>
          </a:fontRef>
        </p:style>
        <p:txBody>
          <a:bodyPr rtlCol="0" anchor="ctr"/>
          <a:lstStyle/>
          <a:p>
            <a:endParaRPr lang="en-US" sz="2000" b="1" u="sng">
              <a:latin typeface="Times New Roman" panose="02020603050405020304" pitchFamily="18" charset="0"/>
              <a:cs typeface="Times New Roman" panose="02020603050405020304" pitchFamily="18" charset="0"/>
            </a:endParaRPr>
          </a:p>
        </p:txBody>
      </p:sp>
      <p:sp>
        <p:nvSpPr>
          <p:cNvPr id="12" name="TextBox 11">
            <a:extLst>
              <a:ext uri="{FF2B5EF4-FFF2-40B4-BE49-F238E27FC236}">
                <a16:creationId xmlns:a16="http://schemas.microsoft.com/office/drawing/2014/main" id="{BC7664ED-0BAB-46BE-8F86-DF005E71809A}"/>
              </a:ext>
            </a:extLst>
          </p:cNvPr>
          <p:cNvSpPr txBox="1"/>
          <p:nvPr/>
        </p:nvSpPr>
        <p:spPr>
          <a:xfrm>
            <a:off x="512887" y="19968135"/>
            <a:ext cx="9565534" cy="1028507"/>
          </a:xfrm>
          <a:prstGeom prst="rect">
            <a:avLst/>
          </a:prstGeom>
          <a:noFill/>
        </p:spPr>
        <p:txBody>
          <a:bodyPr wrap="square" rtlCol="0">
            <a:spAutoFit/>
          </a:bodyPr>
          <a:lstStyle/>
          <a:p>
            <a:r>
              <a:rPr lang="en-US" sz="6000" b="1" u="sng" dirty="0">
                <a:latin typeface="Times New Roman" panose="02020603050405020304" pitchFamily="18" charset="0"/>
                <a:cs typeface="Times New Roman" panose="02020603050405020304" pitchFamily="18" charset="0"/>
              </a:rPr>
              <a:t>Introduction</a:t>
            </a:r>
          </a:p>
        </p:txBody>
      </p:sp>
      <p:pic>
        <p:nvPicPr>
          <p:cNvPr id="37" name="Picture 36">
            <a:extLst>
              <a:ext uri="{FF2B5EF4-FFF2-40B4-BE49-F238E27FC236}">
                <a16:creationId xmlns:a16="http://schemas.microsoft.com/office/drawing/2014/main" id="{9F0D3F37-4EC8-4330-BAAC-96FD61971483}"/>
              </a:ext>
            </a:extLst>
          </p:cNvPr>
          <p:cNvPicPr>
            <a:picLocks noChangeAspect="1"/>
          </p:cNvPicPr>
          <p:nvPr/>
        </p:nvPicPr>
        <p:blipFill>
          <a:blip r:embed="rId4"/>
          <a:stretch>
            <a:fillRect/>
          </a:stretch>
        </p:blipFill>
        <p:spPr>
          <a:xfrm>
            <a:off x="618706" y="293894"/>
            <a:ext cx="3740840" cy="2331952"/>
          </a:xfrm>
          <a:prstGeom prst="rect">
            <a:avLst/>
          </a:prstGeom>
        </p:spPr>
      </p:pic>
      <p:sp>
        <p:nvSpPr>
          <p:cNvPr id="73" name="Rectangle 72">
            <a:extLst>
              <a:ext uri="{FF2B5EF4-FFF2-40B4-BE49-F238E27FC236}">
                <a16:creationId xmlns:a16="http://schemas.microsoft.com/office/drawing/2014/main" id="{857CA6E8-98E8-42FF-9B6E-CCC4AD82C303}"/>
              </a:ext>
            </a:extLst>
          </p:cNvPr>
          <p:cNvSpPr/>
          <p:nvPr/>
        </p:nvSpPr>
        <p:spPr>
          <a:xfrm>
            <a:off x="28775933" y="22832238"/>
            <a:ext cx="14721565" cy="3300644"/>
          </a:xfrm>
          <a:prstGeom prst="rect">
            <a:avLst/>
          </a:prstGeom>
          <a:ln/>
        </p:spPr>
        <p:style>
          <a:lnRef idx="2">
            <a:schemeClr val="accent1"/>
          </a:lnRef>
          <a:fillRef idx="1">
            <a:schemeClr val="lt1"/>
          </a:fillRef>
          <a:effectRef idx="0">
            <a:schemeClr val="accent1"/>
          </a:effectRef>
          <a:fontRef idx="minor">
            <a:schemeClr val="dk1"/>
          </a:fontRef>
        </p:style>
        <p:txBody>
          <a:bodyPr rtlCol="0" anchor="ctr"/>
          <a:lstStyle/>
          <a:p>
            <a:endParaRPr lang="en-US" sz="3950" dirty="0">
              <a:effectLst/>
              <a:latin typeface="Times New Roman" panose="02020603050405020304" pitchFamily="18" charset="0"/>
              <a:ea typeface="Times New Roman" panose="02020603050405020304" pitchFamily="18" charset="0"/>
              <a:cs typeface="Times New Roman" panose="02020603050405020304" pitchFamily="18" charset="0"/>
            </a:endParaRPr>
          </a:p>
        </p:txBody>
      </p:sp>
      <p:sp>
        <p:nvSpPr>
          <p:cNvPr id="71" name="Rectangle 70">
            <a:extLst>
              <a:ext uri="{FF2B5EF4-FFF2-40B4-BE49-F238E27FC236}">
                <a16:creationId xmlns:a16="http://schemas.microsoft.com/office/drawing/2014/main" id="{5379F401-6A9A-4042-99CA-0B8544C41820}"/>
              </a:ext>
            </a:extLst>
          </p:cNvPr>
          <p:cNvSpPr/>
          <p:nvPr/>
        </p:nvSpPr>
        <p:spPr>
          <a:xfrm>
            <a:off x="291898" y="4349578"/>
            <a:ext cx="13739412" cy="15201287"/>
          </a:xfrm>
          <a:prstGeom prst="rect">
            <a:avLst/>
          </a:prstGeom>
          <a:ln/>
        </p:spPr>
        <p:style>
          <a:lnRef idx="2">
            <a:schemeClr val="accent1"/>
          </a:lnRef>
          <a:fillRef idx="1">
            <a:schemeClr val="lt1"/>
          </a:fillRef>
          <a:effectRef idx="0">
            <a:schemeClr val="accent1"/>
          </a:effectRef>
          <a:fontRef idx="minor">
            <a:schemeClr val="dk1"/>
          </a:fontRef>
        </p:style>
        <p:txBody>
          <a:bodyPr rtlCol="0" anchor="ctr"/>
          <a:lstStyle/>
          <a:p>
            <a:endParaRPr lang="en-US" altLang="ko-KR" sz="3200">
              <a:solidFill>
                <a:srgbClr val="2D2B2B"/>
              </a:solidFill>
              <a:latin typeface="Times New Roman" panose="02020603050405020304" pitchFamily="18" charset="0"/>
              <a:ea typeface="Open Sans" panose="020B0606030504020204" pitchFamily="34" charset="0"/>
              <a:cs typeface="Times New Roman" panose="02020603050405020304" pitchFamily="18" charset="0"/>
            </a:endParaRPr>
          </a:p>
          <a:p>
            <a:endParaRPr lang="en-US" altLang="ko-KR" sz="3200">
              <a:solidFill>
                <a:srgbClr val="2D2B2B"/>
              </a:solidFill>
              <a:latin typeface="Open Sans" panose="020B0606030504020204" pitchFamily="34" charset="0"/>
              <a:ea typeface="Open Sans" panose="020B0606030504020204" pitchFamily="34" charset="0"/>
              <a:cs typeface="Open Sans" panose="020B0606030504020204" pitchFamily="34" charset="0"/>
            </a:endParaRPr>
          </a:p>
          <a:p>
            <a:endParaRPr lang="en-US" altLang="ko-KR" sz="3200">
              <a:solidFill>
                <a:srgbClr val="2D2B2B"/>
              </a:solidFill>
              <a:latin typeface="Open Sans" panose="020B0606030504020204" pitchFamily="34" charset="0"/>
              <a:ea typeface="Open Sans" panose="020B0606030504020204" pitchFamily="34" charset="0"/>
              <a:cs typeface="Open Sans" panose="020B0606030504020204" pitchFamily="34" charset="0"/>
            </a:endParaRPr>
          </a:p>
          <a:p>
            <a:endParaRPr lang="en-US" altLang="ko-KR" sz="3200">
              <a:solidFill>
                <a:srgbClr val="2D2B2B"/>
              </a:solidFill>
              <a:latin typeface="Open Sans" panose="020B0606030504020204" pitchFamily="34" charset="0"/>
              <a:ea typeface="Open Sans" panose="020B0606030504020204" pitchFamily="34" charset="0"/>
              <a:cs typeface="Open Sans" panose="020B0606030504020204" pitchFamily="34" charset="0"/>
            </a:endParaRPr>
          </a:p>
          <a:p>
            <a:endParaRPr lang="en-US" altLang="ko-KR" sz="3200">
              <a:solidFill>
                <a:srgbClr val="2D2B2B"/>
              </a:solidFill>
              <a:latin typeface="Open Sans" panose="020B0606030504020204" pitchFamily="34" charset="0"/>
              <a:ea typeface="Open Sans" panose="020B0606030504020204" pitchFamily="34" charset="0"/>
              <a:cs typeface="Open Sans" panose="020B0606030504020204" pitchFamily="34" charset="0"/>
            </a:endParaRPr>
          </a:p>
          <a:p>
            <a:endParaRPr lang="en-US" altLang="ko-KR" sz="3200">
              <a:solidFill>
                <a:srgbClr val="2D2B2B"/>
              </a:solidFill>
              <a:latin typeface="Open Sans" panose="020B0606030504020204" pitchFamily="34" charset="0"/>
              <a:ea typeface="Open Sans" panose="020B0606030504020204" pitchFamily="34" charset="0"/>
              <a:cs typeface="Open Sans" panose="020B0606030504020204" pitchFamily="34" charset="0"/>
            </a:endParaRPr>
          </a:p>
          <a:p>
            <a:endParaRPr lang="en-US" altLang="ko-KR" sz="3200">
              <a:solidFill>
                <a:srgbClr val="2D2B2B"/>
              </a:solidFill>
              <a:latin typeface="Open Sans" panose="020B0606030504020204" pitchFamily="34" charset="0"/>
              <a:ea typeface="Open Sans" panose="020B0606030504020204" pitchFamily="34" charset="0"/>
              <a:cs typeface="Open Sans" panose="020B0606030504020204" pitchFamily="34" charset="0"/>
            </a:endParaRPr>
          </a:p>
          <a:p>
            <a:endParaRPr lang="en-US" altLang="ko-KR" sz="3200">
              <a:solidFill>
                <a:srgbClr val="2D2B2B"/>
              </a:solidFill>
              <a:latin typeface="Open Sans" panose="020B0606030504020204" pitchFamily="34" charset="0"/>
              <a:ea typeface="Open Sans" panose="020B0606030504020204" pitchFamily="34" charset="0"/>
              <a:cs typeface="Open Sans" panose="020B0606030504020204" pitchFamily="34" charset="0"/>
            </a:endParaRPr>
          </a:p>
          <a:p>
            <a:endParaRPr lang="en-US" altLang="ko-KR" sz="3200" b="1">
              <a:solidFill>
                <a:srgbClr val="2D2B2B"/>
              </a:solidFill>
              <a:latin typeface="Times New Roman" panose="02020603050405020304" pitchFamily="18" charset="0"/>
              <a:ea typeface="Open Sans" panose="020B0606030504020204" pitchFamily="34" charset="0"/>
              <a:cs typeface="Times New Roman" panose="02020603050405020304" pitchFamily="18" charset="0"/>
            </a:endParaRPr>
          </a:p>
          <a:p>
            <a:endParaRPr lang="en-US" altLang="ko-KR" sz="3200" b="1">
              <a:solidFill>
                <a:srgbClr val="2D2B2B"/>
              </a:solidFill>
              <a:latin typeface="Times New Roman" panose="02020603050405020304" pitchFamily="18" charset="0"/>
              <a:ea typeface="Open Sans" panose="020B0606030504020204" pitchFamily="34" charset="0"/>
              <a:cs typeface="Times New Roman" panose="02020603050405020304" pitchFamily="18" charset="0"/>
            </a:endParaRPr>
          </a:p>
          <a:p>
            <a:endParaRPr lang="en-US" altLang="ko-KR" sz="3200" b="1">
              <a:solidFill>
                <a:srgbClr val="2D2B2B"/>
              </a:solidFill>
              <a:latin typeface="Times New Roman" panose="02020603050405020304" pitchFamily="18" charset="0"/>
              <a:ea typeface="Open Sans" panose="020B0606030504020204" pitchFamily="34" charset="0"/>
              <a:cs typeface="Times New Roman" panose="02020603050405020304" pitchFamily="18" charset="0"/>
            </a:endParaRPr>
          </a:p>
          <a:p>
            <a:endParaRPr lang="en-US" altLang="ko-KR" sz="3200" b="1">
              <a:solidFill>
                <a:srgbClr val="2D2B2B"/>
              </a:solidFill>
              <a:latin typeface="Times New Roman" panose="02020603050405020304" pitchFamily="18" charset="0"/>
              <a:ea typeface="Open Sans" panose="020B0606030504020204" pitchFamily="34" charset="0"/>
              <a:cs typeface="Times New Roman" panose="02020603050405020304" pitchFamily="18" charset="0"/>
            </a:endParaRPr>
          </a:p>
          <a:p>
            <a:endParaRPr lang="en-US" altLang="ko-KR" sz="3200" b="1">
              <a:solidFill>
                <a:srgbClr val="2D2B2B"/>
              </a:solidFill>
              <a:latin typeface="Times New Roman" panose="02020603050405020304" pitchFamily="18" charset="0"/>
              <a:ea typeface="Open Sans" panose="020B0606030504020204" pitchFamily="34" charset="0"/>
              <a:cs typeface="Times New Roman" panose="02020603050405020304" pitchFamily="18" charset="0"/>
            </a:endParaRPr>
          </a:p>
          <a:p>
            <a:endParaRPr lang="en-US" altLang="ko-KR" sz="3200" b="1">
              <a:solidFill>
                <a:srgbClr val="2D2B2B"/>
              </a:solidFill>
              <a:latin typeface="Times New Roman" panose="02020603050405020304" pitchFamily="18" charset="0"/>
              <a:ea typeface="Open Sans" panose="020B0606030504020204" pitchFamily="34" charset="0"/>
              <a:cs typeface="Times New Roman" panose="02020603050405020304" pitchFamily="18" charset="0"/>
            </a:endParaRPr>
          </a:p>
          <a:p>
            <a:endParaRPr lang="en-US" altLang="ko-KR" sz="3200" b="1">
              <a:solidFill>
                <a:srgbClr val="2D2B2B"/>
              </a:solidFill>
              <a:latin typeface="Times New Roman" panose="02020603050405020304" pitchFamily="18" charset="0"/>
              <a:ea typeface="Open Sans" panose="020B0606030504020204" pitchFamily="34" charset="0"/>
              <a:cs typeface="Times New Roman" panose="02020603050405020304" pitchFamily="18" charset="0"/>
            </a:endParaRPr>
          </a:p>
          <a:p>
            <a:endParaRPr lang="en-US" altLang="ko-KR" sz="3600" b="1">
              <a:solidFill>
                <a:srgbClr val="2D2B2B"/>
              </a:solidFill>
              <a:latin typeface="Times New Roman" panose="02020603050405020304" pitchFamily="18" charset="0"/>
              <a:ea typeface="Open Sans" panose="020B0606030504020204" pitchFamily="34" charset="0"/>
              <a:cs typeface="Times New Roman" panose="02020603050405020304" pitchFamily="18" charset="0"/>
            </a:endParaRPr>
          </a:p>
        </p:txBody>
      </p:sp>
      <p:sp>
        <p:nvSpPr>
          <p:cNvPr id="68" name="TextBox 67">
            <a:extLst>
              <a:ext uri="{FF2B5EF4-FFF2-40B4-BE49-F238E27FC236}">
                <a16:creationId xmlns:a16="http://schemas.microsoft.com/office/drawing/2014/main" id="{3B5FCBAF-A155-431C-B1E5-652954474D0D}"/>
              </a:ext>
            </a:extLst>
          </p:cNvPr>
          <p:cNvSpPr txBox="1"/>
          <p:nvPr/>
        </p:nvSpPr>
        <p:spPr>
          <a:xfrm>
            <a:off x="393702" y="4502069"/>
            <a:ext cx="9592638" cy="1015663"/>
          </a:xfrm>
          <a:prstGeom prst="rect">
            <a:avLst/>
          </a:prstGeom>
          <a:noFill/>
        </p:spPr>
        <p:txBody>
          <a:bodyPr wrap="square" rtlCol="0">
            <a:spAutoFit/>
          </a:bodyPr>
          <a:lstStyle/>
          <a:p>
            <a:r>
              <a:rPr lang="en-US" sz="6000" b="1" u="sng" dirty="0">
                <a:latin typeface="Times New Roman" panose="02020603050405020304" pitchFamily="18" charset="0"/>
                <a:cs typeface="Times New Roman" panose="02020603050405020304" pitchFamily="18" charset="0"/>
              </a:rPr>
              <a:t>Abstract</a:t>
            </a:r>
          </a:p>
        </p:txBody>
      </p:sp>
      <p:sp>
        <p:nvSpPr>
          <p:cNvPr id="54" name="Rectangle 53">
            <a:extLst>
              <a:ext uri="{FF2B5EF4-FFF2-40B4-BE49-F238E27FC236}">
                <a16:creationId xmlns:a16="http://schemas.microsoft.com/office/drawing/2014/main" id="{0DD29062-CE5C-4FB6-B21E-962581B655DE}"/>
              </a:ext>
            </a:extLst>
          </p:cNvPr>
          <p:cNvSpPr/>
          <p:nvPr/>
        </p:nvSpPr>
        <p:spPr>
          <a:xfrm>
            <a:off x="14213351" y="18333581"/>
            <a:ext cx="14235970" cy="14335170"/>
          </a:xfrm>
          <a:prstGeom prst="rect">
            <a:avLst/>
          </a:prstGeom>
          <a:ln w="9525"/>
        </p:spPr>
        <p:style>
          <a:lnRef idx="2">
            <a:schemeClr val="accent1"/>
          </a:lnRef>
          <a:fillRef idx="1">
            <a:schemeClr val="lt1"/>
          </a:fillRef>
          <a:effectRef idx="0">
            <a:schemeClr val="accent1"/>
          </a:effectRef>
          <a:fontRef idx="minor">
            <a:schemeClr val="dk1"/>
          </a:fontRef>
        </p:style>
        <p:txBody>
          <a:bodyPr rtlCol="0" anchor="ctr"/>
          <a:lstStyle/>
          <a:p>
            <a:pPr marL="342900" indent="-342900" algn="ctr">
              <a:buFont typeface="Arial" panose="020B0604020202020204" pitchFamily="34" charset="0"/>
              <a:buChar char="•"/>
            </a:pPr>
            <a:endParaRPr lang="en-US" sz="1920"/>
          </a:p>
        </p:txBody>
      </p:sp>
      <p:sp>
        <p:nvSpPr>
          <p:cNvPr id="74" name="TextBox 73">
            <a:extLst>
              <a:ext uri="{FF2B5EF4-FFF2-40B4-BE49-F238E27FC236}">
                <a16:creationId xmlns:a16="http://schemas.microsoft.com/office/drawing/2014/main" id="{EDE19D5D-01F5-4D93-925B-FDC37B7584D8}"/>
              </a:ext>
            </a:extLst>
          </p:cNvPr>
          <p:cNvSpPr txBox="1"/>
          <p:nvPr/>
        </p:nvSpPr>
        <p:spPr>
          <a:xfrm>
            <a:off x="14249401" y="18571944"/>
            <a:ext cx="8776263" cy="1015663"/>
          </a:xfrm>
          <a:prstGeom prst="rect">
            <a:avLst/>
          </a:prstGeom>
          <a:noFill/>
        </p:spPr>
        <p:txBody>
          <a:bodyPr wrap="square" rtlCol="0">
            <a:spAutoFit/>
          </a:bodyPr>
          <a:lstStyle/>
          <a:p>
            <a:r>
              <a:rPr lang="en-US" sz="6000" b="1" u="sng" dirty="0">
                <a:latin typeface="Times New Roman" panose="02020603050405020304" pitchFamily="18" charset="0"/>
                <a:cs typeface="Times New Roman" panose="02020603050405020304" pitchFamily="18" charset="0"/>
              </a:rPr>
              <a:t>XRD and Raman Analysis</a:t>
            </a:r>
          </a:p>
        </p:txBody>
      </p:sp>
      <p:sp>
        <p:nvSpPr>
          <p:cNvPr id="10" name="Rectangle 7">
            <a:extLst>
              <a:ext uri="{FF2B5EF4-FFF2-40B4-BE49-F238E27FC236}">
                <a16:creationId xmlns:a16="http://schemas.microsoft.com/office/drawing/2014/main" id="{8D443C93-6C33-4447-3E1A-772B196F7D0D}"/>
              </a:ext>
            </a:extLst>
          </p:cNvPr>
          <p:cNvSpPr>
            <a:spLocks noChangeArrowheads="1"/>
          </p:cNvSpPr>
          <p:nvPr/>
        </p:nvSpPr>
        <p:spPr bwMode="auto">
          <a:xfrm rot="10800000" flipV="1">
            <a:off x="512887" y="5717072"/>
            <a:ext cx="13184344" cy="13634453"/>
          </a:xfrm>
          <a:prstGeom prst="rect">
            <a:avLst/>
          </a:prstGeom>
          <a:noFill/>
          <a:ln w="9525">
            <a:noFill/>
            <a:miter lim="800000"/>
            <a:headEnd/>
            <a:tailEnd/>
          </a:ln>
          <a:effectLst/>
        </p:spPr>
        <p:txBody>
          <a:bodyPr vert="horz" wrap="square" lIns="91392" tIns="45696" rIns="91392" bIns="45696" numCol="1" anchor="ctr" anchorCtr="0" compatLnSpc="1">
            <a:prstTxWarp prst="textNoShape">
              <a:avLst/>
            </a:prstTxWarp>
            <a:spAutoFit/>
          </a:bodyPr>
          <a:lstStyle/>
          <a:p>
            <a:pPr algn="just"/>
            <a:r>
              <a:rPr lang="en-US" sz="4000" dirty="0">
                <a:effectLst/>
                <a:latin typeface="Times New Roman" panose="02020603050405020304" pitchFamily="18" charset="0"/>
                <a:ea typeface="Times New Roman" panose="02020603050405020304" pitchFamily="18" charset="0"/>
                <a:cs typeface="Times New Roman" panose="02020603050405020304" pitchFamily="18" charset="0"/>
              </a:rPr>
              <a:t>Nb-based </a:t>
            </a:r>
            <a:r>
              <a:rPr lang="en-US" sz="4000" dirty="0" err="1">
                <a:effectLst/>
                <a:latin typeface="Times New Roman" panose="02020603050405020304" pitchFamily="18" charset="0"/>
                <a:ea typeface="Times New Roman" panose="02020603050405020304" pitchFamily="18" charset="0"/>
                <a:cs typeface="Times New Roman" panose="02020603050405020304" pitchFamily="18" charset="0"/>
              </a:rPr>
              <a:t>MXenes</a:t>
            </a:r>
            <a:r>
              <a:rPr lang="en-US" sz="4000" dirty="0">
                <a:effectLst/>
                <a:latin typeface="Times New Roman" panose="02020603050405020304" pitchFamily="18" charset="0"/>
                <a:ea typeface="Times New Roman" panose="02020603050405020304" pitchFamily="18" charset="0"/>
                <a:cs typeface="Times New Roman" panose="02020603050405020304" pitchFamily="18" charset="0"/>
              </a:rPr>
              <a:t>, such </a:t>
            </a:r>
            <a:r>
              <a:rPr lang="en-US" sz="4000">
                <a:effectLst/>
                <a:latin typeface="Times New Roman" panose="02020603050405020304" pitchFamily="18" charset="0"/>
                <a:ea typeface="Times New Roman" panose="02020603050405020304" pitchFamily="18" charset="0"/>
                <a:cs typeface="Times New Roman" panose="02020603050405020304" pitchFamily="18" charset="0"/>
              </a:rPr>
              <a:t>as Nb4C3Tx, </a:t>
            </a:r>
            <a:r>
              <a:rPr lang="en-US" sz="4000" dirty="0">
                <a:effectLst/>
                <a:latin typeface="Times New Roman" panose="02020603050405020304" pitchFamily="18" charset="0"/>
                <a:ea typeface="Times New Roman" panose="02020603050405020304" pitchFamily="18" charset="0"/>
                <a:cs typeface="Times New Roman" panose="02020603050405020304" pitchFamily="18" charset="0"/>
              </a:rPr>
              <a:t>exhibit high electrical conductivity, making them well-suited for energy storage and electronic applications. However, the greater stability of Nb-based MAX phases poses challenges in the etching and, consequently, is difficult to prepare as </a:t>
            </a:r>
            <a:r>
              <a:rPr lang="en-US" sz="4000" dirty="0" err="1">
                <a:effectLst/>
                <a:latin typeface="Times New Roman" panose="02020603050405020304" pitchFamily="18" charset="0"/>
                <a:ea typeface="Times New Roman" panose="02020603050405020304" pitchFamily="18" charset="0"/>
                <a:cs typeface="Times New Roman" panose="02020603050405020304" pitchFamily="18" charset="0"/>
              </a:rPr>
              <a:t>MXenes</a:t>
            </a:r>
            <a:r>
              <a:rPr lang="en-US" sz="4000" dirty="0">
                <a:effectLst/>
                <a:latin typeface="Times New Roman" panose="02020603050405020304" pitchFamily="18" charset="0"/>
                <a:ea typeface="Times New Roman" panose="02020603050405020304" pitchFamily="18" charset="0"/>
                <a:cs typeface="Times New Roman" panose="02020603050405020304" pitchFamily="18" charset="0"/>
              </a:rPr>
              <a:t>. Additionally, Nb-based </a:t>
            </a:r>
            <a:r>
              <a:rPr lang="en-US" sz="4000" dirty="0" err="1">
                <a:effectLst/>
                <a:latin typeface="Times New Roman" panose="02020603050405020304" pitchFamily="18" charset="0"/>
                <a:ea typeface="Times New Roman" panose="02020603050405020304" pitchFamily="18" charset="0"/>
                <a:cs typeface="Times New Roman" panose="02020603050405020304" pitchFamily="18" charset="0"/>
              </a:rPr>
              <a:t>MXenes</a:t>
            </a:r>
            <a:r>
              <a:rPr lang="en-US" sz="4000" dirty="0">
                <a:effectLst/>
                <a:latin typeface="Times New Roman" panose="02020603050405020304" pitchFamily="18" charset="0"/>
                <a:ea typeface="Times New Roman" panose="02020603050405020304" pitchFamily="18" charset="0"/>
                <a:cs typeface="Times New Roman" panose="02020603050405020304" pitchFamily="18" charset="0"/>
              </a:rPr>
              <a:t> are highly susceptible to oxidation, altering their fundamental properties. In this study, we focus on Nb4C3Tx </a:t>
            </a:r>
            <a:r>
              <a:rPr lang="en-US" sz="4000" dirty="0" err="1">
                <a:effectLst/>
                <a:latin typeface="Times New Roman" panose="02020603050405020304" pitchFamily="18" charset="0"/>
                <a:ea typeface="Times New Roman" panose="02020603050405020304" pitchFamily="18" charset="0"/>
                <a:cs typeface="Times New Roman" panose="02020603050405020304" pitchFamily="18" charset="0"/>
              </a:rPr>
              <a:t>MXenes</a:t>
            </a:r>
            <a:r>
              <a:rPr lang="en-US" sz="4000" dirty="0">
                <a:effectLst/>
                <a:latin typeface="Times New Roman" panose="02020603050405020304" pitchFamily="18" charset="0"/>
                <a:ea typeface="Times New Roman" panose="02020603050405020304" pitchFamily="18" charset="0"/>
                <a:cs typeface="Times New Roman" panose="02020603050405020304" pitchFamily="18" charset="0"/>
              </a:rPr>
              <a:t>, investigating their structural and thermal properties using (X-ray diffraction) XRD, (scanning electron microscopy) SEM, Raman spectroscopy, (Thermogravimetric analysis) TGA, and (Differential scanning calorimetry) DSC measurements. Thermal analysis plays a crucial role in determining materials' structural integrity and potential applications under high-temperature conditions. Overall, this analysis aims to contribute to the information database of properties to extend the possible applications of Nb4C3TX. This comprehensive analysis provides valuable insights into the structural and thermal behavior of Nb4C3TX </a:t>
            </a:r>
            <a:r>
              <a:rPr lang="en-US" sz="4000" dirty="0" err="1">
                <a:effectLst/>
                <a:latin typeface="Times New Roman" panose="02020603050405020304" pitchFamily="18" charset="0"/>
                <a:ea typeface="Times New Roman" panose="02020603050405020304" pitchFamily="18" charset="0"/>
                <a:cs typeface="Times New Roman" panose="02020603050405020304" pitchFamily="18" charset="0"/>
              </a:rPr>
              <a:t>MXenes</a:t>
            </a:r>
            <a:r>
              <a:rPr lang="en-US" sz="4000" dirty="0">
                <a:effectLst/>
                <a:latin typeface="Times New Roman" panose="02020603050405020304" pitchFamily="18" charset="0"/>
                <a:ea typeface="Times New Roman" panose="02020603050405020304" pitchFamily="18" charset="0"/>
                <a:cs typeface="Times New Roman" panose="02020603050405020304" pitchFamily="18" charset="0"/>
              </a:rPr>
              <a:t>, contributing to the knowledge base necessary for their potential application in high-temperature and </a:t>
            </a:r>
            <a:r>
              <a:rPr lang="en-US" sz="4000" dirty="0" err="1">
                <a:effectLst/>
                <a:latin typeface="Times New Roman" panose="02020603050405020304" pitchFamily="18" charset="0"/>
                <a:ea typeface="Times New Roman" panose="02020603050405020304" pitchFamily="18" charset="0"/>
                <a:cs typeface="Times New Roman" panose="02020603050405020304" pitchFamily="18" charset="0"/>
              </a:rPr>
              <a:t>oxidationsensitive</a:t>
            </a:r>
            <a:r>
              <a:rPr lang="en-US" sz="4000" dirty="0">
                <a:effectLst/>
                <a:latin typeface="Times New Roman" panose="02020603050405020304" pitchFamily="18" charset="0"/>
                <a:ea typeface="Times New Roman" panose="02020603050405020304" pitchFamily="18" charset="0"/>
                <a:cs typeface="Times New Roman" panose="02020603050405020304" pitchFamily="18" charset="0"/>
              </a:rPr>
              <a:t> environments. The findings aim to expand the scope of Nb-based </a:t>
            </a:r>
            <a:r>
              <a:rPr lang="en-US" sz="4000" dirty="0" err="1">
                <a:effectLst/>
                <a:latin typeface="Times New Roman" panose="02020603050405020304" pitchFamily="18" charset="0"/>
                <a:ea typeface="Times New Roman" panose="02020603050405020304" pitchFamily="18" charset="0"/>
                <a:cs typeface="Times New Roman" panose="02020603050405020304" pitchFamily="18" charset="0"/>
              </a:rPr>
              <a:t>MXenes</a:t>
            </a:r>
            <a:r>
              <a:rPr lang="en-US" sz="4000" dirty="0">
                <a:effectLst/>
                <a:latin typeface="Times New Roman" panose="02020603050405020304" pitchFamily="18" charset="0"/>
                <a:ea typeface="Times New Roman" panose="02020603050405020304" pitchFamily="18" charset="0"/>
                <a:cs typeface="Times New Roman" panose="02020603050405020304" pitchFamily="18" charset="0"/>
              </a:rPr>
              <a:t> for future technological advancements.</a:t>
            </a:r>
          </a:p>
        </p:txBody>
      </p:sp>
      <p:sp>
        <p:nvSpPr>
          <p:cNvPr id="21" name="TextBox 20">
            <a:extLst>
              <a:ext uri="{FF2B5EF4-FFF2-40B4-BE49-F238E27FC236}">
                <a16:creationId xmlns:a16="http://schemas.microsoft.com/office/drawing/2014/main" id="{42533C1E-0C8E-531D-48F8-951D044206BC}"/>
              </a:ext>
            </a:extLst>
          </p:cNvPr>
          <p:cNvSpPr txBox="1"/>
          <p:nvPr/>
        </p:nvSpPr>
        <p:spPr>
          <a:xfrm>
            <a:off x="14505008" y="4028807"/>
            <a:ext cx="13461371" cy="1015663"/>
          </a:xfrm>
          <a:prstGeom prst="rect">
            <a:avLst/>
          </a:prstGeom>
          <a:noFill/>
        </p:spPr>
        <p:txBody>
          <a:bodyPr wrap="square" rtlCol="0">
            <a:spAutoFit/>
          </a:bodyPr>
          <a:lstStyle/>
          <a:p>
            <a:r>
              <a:rPr lang="en-US" sz="6000" b="1" u="sng" dirty="0">
                <a:latin typeface="Times New Roman" panose="02020603050405020304" pitchFamily="18" charset="0"/>
                <a:cs typeface="Times New Roman" panose="02020603050405020304" pitchFamily="18" charset="0"/>
              </a:rPr>
              <a:t>Sample Synthesis</a:t>
            </a:r>
          </a:p>
        </p:txBody>
      </p:sp>
      <p:sp>
        <p:nvSpPr>
          <p:cNvPr id="35" name="TextBox 34">
            <a:extLst>
              <a:ext uri="{FF2B5EF4-FFF2-40B4-BE49-F238E27FC236}">
                <a16:creationId xmlns:a16="http://schemas.microsoft.com/office/drawing/2014/main" id="{FB5D70AF-86FD-F685-A584-FCE7C82DC9F7}"/>
              </a:ext>
            </a:extLst>
          </p:cNvPr>
          <p:cNvSpPr txBox="1"/>
          <p:nvPr/>
        </p:nvSpPr>
        <p:spPr>
          <a:xfrm>
            <a:off x="14603901" y="10450506"/>
            <a:ext cx="13678826" cy="7325082"/>
          </a:xfrm>
          <a:prstGeom prst="rect">
            <a:avLst/>
          </a:prstGeom>
          <a:noFill/>
        </p:spPr>
        <p:txBody>
          <a:bodyPr wrap="square" rtlCol="0">
            <a:spAutoFit/>
          </a:bodyPr>
          <a:lstStyle/>
          <a:p>
            <a:pPr marL="571500" indent="-571500" defTabSz="786384">
              <a:spcAft>
                <a:spcPts val="600"/>
              </a:spcAft>
              <a:buFont typeface="Arial" panose="020B0604020202020204" pitchFamily="34" charset="0"/>
              <a:buChar char="•"/>
            </a:pPr>
            <a:r>
              <a:rPr lang="en-US" sz="4000" dirty="0">
                <a:latin typeface="Times New Roman" panose="02020603050405020304" pitchFamily="18" charset="0"/>
                <a:cs typeface="Times New Roman" panose="02020603050405020304" pitchFamily="18" charset="0"/>
              </a:rPr>
              <a:t>Mild</a:t>
            </a:r>
            <a:r>
              <a:rPr lang="en-US" sz="4000" kern="1200" dirty="0">
                <a:solidFill>
                  <a:schemeClr val="tx1"/>
                </a:solidFill>
                <a:latin typeface="Times New Roman" panose="02020603050405020304" pitchFamily="18" charset="0"/>
                <a:cs typeface="Times New Roman" panose="02020603050405020304" pitchFamily="18" charset="0"/>
              </a:rPr>
              <a:t> etching method </a:t>
            </a:r>
          </a:p>
          <a:p>
            <a:pPr marL="571500" indent="-571500" defTabSz="786384">
              <a:spcAft>
                <a:spcPts val="600"/>
              </a:spcAft>
              <a:buFont typeface="Arial" panose="020B0604020202020204" pitchFamily="34" charset="0"/>
              <a:buChar char="•"/>
            </a:pPr>
            <a:r>
              <a:rPr lang="en-US" sz="4000" kern="1200" dirty="0">
                <a:solidFill>
                  <a:schemeClr val="tx1"/>
                </a:solidFill>
                <a:latin typeface="Times New Roman" panose="02020603050405020304" pitchFamily="18" charset="0"/>
                <a:cs typeface="Times New Roman" panose="02020603050405020304" pitchFamily="18" charset="0"/>
              </a:rPr>
              <a:t>7 days at 70°C </a:t>
            </a:r>
          </a:p>
          <a:p>
            <a:pPr marL="571500" indent="-571500" defTabSz="786384">
              <a:spcAft>
                <a:spcPts val="600"/>
              </a:spcAft>
              <a:buFont typeface="Arial" panose="020B0604020202020204" pitchFamily="34" charset="0"/>
              <a:buChar char="•"/>
            </a:pPr>
            <a:r>
              <a:rPr lang="en-US" sz="4000" kern="1200" dirty="0">
                <a:solidFill>
                  <a:schemeClr val="tx1"/>
                </a:solidFill>
                <a:latin typeface="Times New Roman" panose="02020603050405020304" pitchFamily="18" charset="0"/>
                <a:cs typeface="Times New Roman" panose="02020603050405020304" pitchFamily="18" charset="0"/>
              </a:rPr>
              <a:t>Constant stirring </a:t>
            </a:r>
          </a:p>
          <a:p>
            <a:pPr marL="571500" indent="-571500" defTabSz="786384">
              <a:spcAft>
                <a:spcPts val="600"/>
              </a:spcAft>
              <a:buFont typeface="Arial" panose="020B0604020202020204" pitchFamily="34" charset="0"/>
              <a:buChar char="•"/>
            </a:pPr>
            <a:r>
              <a:rPr lang="en-US" sz="4000" kern="1200" dirty="0">
                <a:solidFill>
                  <a:schemeClr val="tx1"/>
                </a:solidFill>
                <a:latin typeface="Times New Roman" panose="02020603050405020304" pitchFamily="18" charset="0"/>
                <a:cs typeface="Times New Roman" panose="02020603050405020304" pitchFamily="18" charset="0"/>
              </a:rPr>
              <a:t>Oil bath</a:t>
            </a:r>
            <a:endParaRPr lang="en-US" sz="4000" dirty="0">
              <a:latin typeface="Times New Roman" panose="02020603050405020304" pitchFamily="18" charset="0"/>
              <a:cs typeface="Times New Roman" panose="02020603050405020304" pitchFamily="18" charset="0"/>
            </a:endParaRPr>
          </a:p>
          <a:p>
            <a:pPr marL="342884" indent="-342884">
              <a:buSzPct val="100000"/>
              <a:buFont typeface="Arial"/>
              <a:buChar char="•"/>
              <a:defRPr sz="2500">
                <a:latin typeface="Times New Roman"/>
                <a:ea typeface="Times New Roman"/>
                <a:cs typeface="Times New Roman"/>
                <a:sym typeface="Times New Roman"/>
              </a:defRPr>
            </a:pPr>
            <a:r>
              <a:rPr lang="en-US" sz="4000" dirty="0"/>
              <a:t>The resulting products were </a:t>
            </a:r>
            <a:r>
              <a:rPr lang="en-US" sz="4000" dirty="0">
                <a:effectLst/>
                <a:latin typeface="Times New Roman" panose="02020603050405020304" pitchFamily="18" charset="0"/>
                <a:ea typeface="Times New Roman" panose="02020603050405020304" pitchFamily="18" charset="0"/>
              </a:rPr>
              <a:t>washed using HCl and deionized water, and vacuum dried at 70 </a:t>
            </a:r>
            <a:r>
              <a:rPr lang="en-US" sz="4000" baseline="30000" dirty="0">
                <a:effectLst/>
                <a:latin typeface="Times New Roman" panose="02020603050405020304" pitchFamily="18" charset="0"/>
                <a:ea typeface="Times New Roman" panose="02020603050405020304" pitchFamily="18" charset="0"/>
              </a:rPr>
              <a:t>0</a:t>
            </a:r>
            <a:r>
              <a:rPr lang="en-US" sz="4000" dirty="0">
                <a:effectLst/>
                <a:latin typeface="Times New Roman" panose="02020603050405020304" pitchFamily="18" charset="0"/>
                <a:ea typeface="Times New Roman" panose="02020603050405020304" pitchFamily="18" charset="0"/>
              </a:rPr>
              <a:t>C to remove </a:t>
            </a:r>
            <a:r>
              <a:rPr lang="en-US" sz="4500" dirty="0">
                <a:effectLst/>
                <a:latin typeface="Times New Roman" panose="02020603050405020304" pitchFamily="18" charset="0"/>
                <a:ea typeface="Times New Roman" panose="02020603050405020304" pitchFamily="18" charset="0"/>
              </a:rPr>
              <a:t>any solvent residue. </a:t>
            </a:r>
            <a:endParaRPr lang="en-US" sz="4000" b="1" dirty="0">
              <a:latin typeface="Times New Roman" panose="02020603050405020304" pitchFamily="18" charset="0"/>
              <a:cs typeface="Times New Roman" panose="02020603050405020304" pitchFamily="18" charset="0"/>
            </a:endParaRPr>
          </a:p>
          <a:p>
            <a:endParaRPr lang="en-US" sz="4000" b="1" dirty="0">
              <a:latin typeface="Times New Roman" panose="02020603050405020304" pitchFamily="18" charset="0"/>
              <a:cs typeface="Times New Roman" panose="02020603050405020304" pitchFamily="18" charset="0"/>
            </a:endParaRPr>
          </a:p>
          <a:p>
            <a:r>
              <a:rPr lang="en-US" sz="4000" b="1" dirty="0">
                <a:latin typeface="Times New Roman" panose="02020603050405020304" pitchFamily="18" charset="0"/>
                <a:cs typeface="Times New Roman" panose="02020603050405020304" pitchFamily="18" charset="0"/>
              </a:rPr>
              <a:t>Figure 2</a:t>
            </a:r>
            <a:r>
              <a:rPr lang="en-US" sz="4000" dirty="0">
                <a:latin typeface="Times New Roman" panose="02020603050405020304" pitchFamily="18" charset="0"/>
                <a:cs typeface="Times New Roman" panose="02020603050405020304" pitchFamily="18" charset="0"/>
              </a:rPr>
              <a:t>. Chemical structure  of </a:t>
            </a:r>
            <a:r>
              <a:rPr lang="en-US" sz="4000" dirty="0">
                <a:solidFill>
                  <a:srgbClr val="222222"/>
                </a:solidFill>
                <a:effectLst/>
                <a:highlight>
                  <a:srgbClr val="FFFFFF"/>
                </a:highlight>
                <a:latin typeface="Times New Roman" panose="02020603050405020304" pitchFamily="18" charset="0"/>
                <a:ea typeface="Times New Roman" panose="02020603050405020304" pitchFamily="18" charset="0"/>
              </a:rPr>
              <a:t>(Nb</a:t>
            </a:r>
            <a:r>
              <a:rPr lang="en-US" sz="4000" baseline="-25000" dirty="0">
                <a:solidFill>
                  <a:srgbClr val="222222"/>
                </a:solidFill>
                <a:highlight>
                  <a:srgbClr val="FFFFFF"/>
                </a:highlight>
                <a:latin typeface="Times New Roman" panose="02020603050405020304" pitchFamily="18" charset="0"/>
                <a:ea typeface="Times New Roman" panose="02020603050405020304" pitchFamily="18" charset="0"/>
              </a:rPr>
              <a:t>4</a:t>
            </a:r>
            <a:r>
              <a:rPr lang="en-US" sz="4000" dirty="0">
                <a:solidFill>
                  <a:srgbClr val="222222"/>
                </a:solidFill>
                <a:effectLst/>
                <a:highlight>
                  <a:srgbClr val="FFFFFF"/>
                </a:highlight>
                <a:latin typeface="Times New Roman" panose="02020603050405020304" pitchFamily="18" charset="0"/>
                <a:ea typeface="Times New Roman" panose="02020603050405020304" pitchFamily="18" charset="0"/>
              </a:rPr>
              <a:t>AlC</a:t>
            </a:r>
            <a:r>
              <a:rPr lang="en-US" sz="4000" baseline="-25000" dirty="0">
                <a:solidFill>
                  <a:srgbClr val="222222"/>
                </a:solidFill>
                <a:effectLst/>
                <a:highlight>
                  <a:srgbClr val="FFFFFF"/>
                </a:highlight>
                <a:latin typeface="Times New Roman" panose="02020603050405020304" pitchFamily="18" charset="0"/>
                <a:ea typeface="Times New Roman" panose="02020603050405020304" pitchFamily="18" charset="0"/>
              </a:rPr>
              <a:t>3</a:t>
            </a:r>
            <a:r>
              <a:rPr lang="en-US" sz="4000" dirty="0">
                <a:solidFill>
                  <a:srgbClr val="222222"/>
                </a:solidFill>
                <a:effectLst/>
                <a:highlight>
                  <a:srgbClr val="FFFFFF"/>
                </a:highlight>
                <a:latin typeface="Times New Roman" panose="02020603050405020304" pitchFamily="18" charset="0"/>
                <a:ea typeface="Times New Roman" panose="02020603050405020304" pitchFamily="18" charset="0"/>
              </a:rPr>
              <a:t>)</a:t>
            </a:r>
            <a:r>
              <a:rPr lang="en-US" sz="4000" baseline="-25000" dirty="0">
                <a:solidFill>
                  <a:srgbClr val="222222"/>
                </a:solidFill>
                <a:effectLst/>
                <a:highlight>
                  <a:srgbClr val="FFFFFF"/>
                </a:highlight>
                <a:latin typeface="Times New Roman" panose="02020603050405020304" pitchFamily="18" charset="0"/>
                <a:ea typeface="Times New Roman" panose="02020603050405020304" pitchFamily="18" charset="0"/>
              </a:rPr>
              <a:t>2</a:t>
            </a:r>
            <a:r>
              <a:rPr lang="en-US" sz="4000" dirty="0">
                <a:solidFill>
                  <a:srgbClr val="222222"/>
                </a:solidFill>
                <a:effectLst/>
                <a:highlight>
                  <a:srgbClr val="FFFFFF"/>
                </a:highlight>
                <a:latin typeface="Times New Roman" panose="02020603050405020304" pitchFamily="18" charset="0"/>
                <a:ea typeface="Times New Roman" panose="02020603050405020304" pitchFamily="18" charset="0"/>
              </a:rPr>
              <a:t>AlC MAX phase and (Mo</a:t>
            </a:r>
            <a:r>
              <a:rPr lang="en-US" sz="4000" baseline="-25000" dirty="0">
                <a:solidFill>
                  <a:srgbClr val="222222"/>
                </a:solidFill>
                <a:effectLst/>
                <a:highlight>
                  <a:srgbClr val="FFFFFF"/>
                </a:highlight>
                <a:latin typeface="Times New Roman" panose="02020603050405020304" pitchFamily="18" charset="0"/>
                <a:ea typeface="Times New Roman" panose="02020603050405020304" pitchFamily="18" charset="0"/>
              </a:rPr>
              <a:t>2/3</a:t>
            </a:r>
            <a:r>
              <a:rPr lang="en-US" sz="4000" dirty="0">
                <a:solidFill>
                  <a:srgbClr val="222222"/>
                </a:solidFill>
                <a:effectLst/>
                <a:highlight>
                  <a:srgbClr val="FFFFFF"/>
                </a:highlight>
                <a:latin typeface="Times New Roman" panose="02020603050405020304" pitchFamily="18" charset="0"/>
                <a:ea typeface="Times New Roman" panose="02020603050405020304" pitchFamily="18" charset="0"/>
              </a:rPr>
              <a:t>Er</a:t>
            </a:r>
            <a:r>
              <a:rPr lang="en-US" sz="4000" baseline="-25000" dirty="0">
                <a:solidFill>
                  <a:srgbClr val="222222"/>
                </a:solidFill>
                <a:effectLst/>
                <a:highlight>
                  <a:srgbClr val="FFFFFF"/>
                </a:highlight>
                <a:latin typeface="Times New Roman" panose="02020603050405020304" pitchFamily="18" charset="0"/>
                <a:ea typeface="Times New Roman" panose="02020603050405020304" pitchFamily="18" charset="0"/>
              </a:rPr>
              <a:t>1/3</a:t>
            </a:r>
            <a:r>
              <a:rPr lang="en-US" sz="4000" dirty="0">
                <a:solidFill>
                  <a:srgbClr val="222222"/>
                </a:solidFill>
                <a:effectLst/>
                <a:highlight>
                  <a:srgbClr val="FFFFFF"/>
                </a:highlight>
                <a:latin typeface="Times New Roman" panose="02020603050405020304" pitchFamily="18" charset="0"/>
                <a:ea typeface="Times New Roman" panose="02020603050405020304" pitchFamily="18" charset="0"/>
              </a:rPr>
              <a:t>)</a:t>
            </a:r>
            <a:r>
              <a:rPr lang="en-US" sz="4000" baseline="-25000" dirty="0">
                <a:solidFill>
                  <a:srgbClr val="222222"/>
                </a:solidFill>
                <a:effectLst/>
                <a:highlight>
                  <a:srgbClr val="FFFFFF"/>
                </a:highlight>
                <a:latin typeface="Times New Roman" panose="02020603050405020304" pitchFamily="18" charset="0"/>
                <a:ea typeface="Times New Roman" panose="02020603050405020304" pitchFamily="18" charset="0"/>
              </a:rPr>
              <a:t>2</a:t>
            </a:r>
            <a:r>
              <a:rPr lang="en-US" sz="4000" dirty="0">
                <a:solidFill>
                  <a:srgbClr val="222222"/>
                </a:solidFill>
                <a:effectLst/>
                <a:highlight>
                  <a:srgbClr val="FFFFFF"/>
                </a:highlight>
                <a:latin typeface="Times New Roman" panose="02020603050405020304" pitchFamily="18" charset="0"/>
                <a:ea typeface="Times New Roman" panose="02020603050405020304" pitchFamily="18" charset="0"/>
              </a:rPr>
              <a:t>C </a:t>
            </a:r>
            <a:r>
              <a:rPr lang="en-US" sz="4000" dirty="0" err="1">
                <a:solidFill>
                  <a:srgbClr val="222222"/>
                </a:solidFill>
                <a:effectLst/>
                <a:highlight>
                  <a:srgbClr val="FFFFFF"/>
                </a:highlight>
                <a:latin typeface="Times New Roman" panose="02020603050405020304" pitchFamily="18" charset="0"/>
                <a:ea typeface="Times New Roman" panose="02020603050405020304" pitchFamily="18" charset="0"/>
              </a:rPr>
              <a:t>Mxene</a:t>
            </a:r>
            <a:r>
              <a:rPr lang="en-US" sz="4000" dirty="0">
                <a:solidFill>
                  <a:srgbClr val="222222"/>
                </a:solidFill>
                <a:effectLst/>
                <a:highlight>
                  <a:srgbClr val="FFFFFF"/>
                </a:highlight>
                <a:latin typeface="Times New Roman" panose="02020603050405020304" pitchFamily="18" charset="0"/>
                <a:ea typeface="Times New Roman" panose="02020603050405020304" pitchFamily="18" charset="0"/>
              </a:rPr>
              <a:t>. </a:t>
            </a:r>
            <a:r>
              <a:rPr lang="en-US" sz="4000" dirty="0">
                <a:latin typeface="Times New Roman" panose="02020603050405020304" pitchFamily="18" charset="0"/>
                <a:cs typeface="Times New Roman" panose="02020603050405020304" pitchFamily="18" charset="0"/>
              </a:rPr>
              <a:t>−F is a functional group introduced after </a:t>
            </a:r>
            <a:r>
              <a:rPr lang="en-US" sz="4000" dirty="0" err="1">
                <a:latin typeface="Times New Roman" panose="02020603050405020304" pitchFamily="18" charset="0"/>
                <a:cs typeface="Times New Roman" panose="02020603050405020304" pitchFamily="18" charset="0"/>
              </a:rPr>
              <a:t>LiF</a:t>
            </a:r>
            <a:r>
              <a:rPr lang="en-US" sz="4000" dirty="0">
                <a:latin typeface="Times New Roman" panose="02020603050405020304" pitchFamily="18" charset="0"/>
                <a:cs typeface="Times New Roman" panose="02020603050405020304" pitchFamily="18" charset="0"/>
              </a:rPr>
              <a:t>/HCl etching.</a:t>
            </a:r>
          </a:p>
        </p:txBody>
      </p:sp>
      <p:sp>
        <p:nvSpPr>
          <p:cNvPr id="3" name="TextBox 2">
            <a:extLst>
              <a:ext uri="{FF2B5EF4-FFF2-40B4-BE49-F238E27FC236}">
                <a16:creationId xmlns:a16="http://schemas.microsoft.com/office/drawing/2014/main" id="{910FA4F1-1858-6DC9-E7E1-E33141A5761B}"/>
              </a:ext>
            </a:extLst>
          </p:cNvPr>
          <p:cNvSpPr txBox="1"/>
          <p:nvPr/>
        </p:nvSpPr>
        <p:spPr>
          <a:xfrm>
            <a:off x="28929228" y="3929370"/>
            <a:ext cx="14049168" cy="1938992"/>
          </a:xfrm>
          <a:prstGeom prst="rect">
            <a:avLst/>
          </a:prstGeom>
          <a:noFill/>
        </p:spPr>
        <p:txBody>
          <a:bodyPr wrap="square" rtlCol="0">
            <a:spAutoFit/>
          </a:bodyPr>
          <a:lstStyle/>
          <a:p>
            <a:r>
              <a:rPr lang="en-US" sz="6000" b="1" u="sng" dirty="0">
                <a:latin typeface="Times New Roman" panose="02020603050405020304" pitchFamily="18" charset="0"/>
                <a:cs typeface="Times New Roman" panose="02020603050405020304" pitchFamily="18" charset="0"/>
              </a:rPr>
              <a:t>DSC and </a:t>
            </a:r>
            <a:r>
              <a:rPr lang="en-US" sz="6000" b="1" u="sng" dirty="0" err="1">
                <a:latin typeface="Times New Roman" panose="02020603050405020304" pitchFamily="18" charset="0"/>
                <a:cs typeface="Times New Roman" panose="02020603050405020304" pitchFamily="18" charset="0"/>
              </a:rPr>
              <a:t>TGAAnalysis</a:t>
            </a:r>
            <a:endParaRPr lang="en-US" sz="6000" b="1" u="sng" dirty="0">
              <a:latin typeface="Times New Roman" panose="02020603050405020304" pitchFamily="18" charset="0"/>
              <a:cs typeface="Times New Roman" panose="02020603050405020304" pitchFamily="18" charset="0"/>
            </a:endParaRPr>
          </a:p>
          <a:p>
            <a:endParaRPr lang="en-US" sz="6000" dirty="0"/>
          </a:p>
        </p:txBody>
      </p:sp>
      <p:sp>
        <p:nvSpPr>
          <p:cNvPr id="20" name="TextBox 19">
            <a:extLst>
              <a:ext uri="{FF2B5EF4-FFF2-40B4-BE49-F238E27FC236}">
                <a16:creationId xmlns:a16="http://schemas.microsoft.com/office/drawing/2014/main" id="{0A8D5A63-65F5-1F72-8D43-137D1CCCC40A}"/>
              </a:ext>
            </a:extLst>
          </p:cNvPr>
          <p:cNvSpPr txBox="1"/>
          <p:nvPr/>
        </p:nvSpPr>
        <p:spPr>
          <a:xfrm>
            <a:off x="14420949" y="26450194"/>
            <a:ext cx="13716312" cy="5016758"/>
          </a:xfrm>
          <a:prstGeom prst="rect">
            <a:avLst/>
          </a:prstGeom>
          <a:noFill/>
        </p:spPr>
        <p:txBody>
          <a:bodyPr wrap="square" rtlCol="0">
            <a:spAutoFit/>
          </a:bodyPr>
          <a:lstStyle/>
          <a:p>
            <a:pPr algn="just"/>
            <a:r>
              <a:rPr lang="en-US" sz="4000" b="1" dirty="0">
                <a:latin typeface="Times New Roman" panose="02020603050405020304" pitchFamily="18" charset="0"/>
                <a:cs typeface="Times New Roman" panose="02020603050405020304" pitchFamily="18" charset="0"/>
              </a:rPr>
              <a:t>Figure 3</a:t>
            </a:r>
            <a:r>
              <a:rPr lang="en-US" sz="4000" dirty="0">
                <a:latin typeface="Times New Roman" panose="02020603050405020304" pitchFamily="18" charset="0"/>
                <a:cs typeface="Times New Roman" panose="02020603050405020304" pitchFamily="18" charset="0"/>
              </a:rPr>
              <a:t>. XRD patterns of </a:t>
            </a:r>
            <a:r>
              <a:rPr lang="en-US" sz="4000" dirty="0">
                <a:solidFill>
                  <a:srgbClr val="222222"/>
                </a:solidFill>
                <a:effectLst/>
                <a:highlight>
                  <a:srgbClr val="FFFFFF"/>
                </a:highlight>
                <a:latin typeface="Times New Roman" panose="02020603050405020304" pitchFamily="18" charset="0"/>
                <a:ea typeface="Times New Roman" panose="02020603050405020304" pitchFamily="18" charset="0"/>
              </a:rPr>
              <a:t>(Mo</a:t>
            </a:r>
            <a:r>
              <a:rPr lang="en-US" sz="4000" baseline="-25000" dirty="0">
                <a:solidFill>
                  <a:srgbClr val="222222"/>
                </a:solidFill>
                <a:effectLst/>
                <a:highlight>
                  <a:srgbClr val="FFFFFF"/>
                </a:highlight>
                <a:latin typeface="Times New Roman" panose="02020603050405020304" pitchFamily="18" charset="0"/>
                <a:ea typeface="Times New Roman" panose="02020603050405020304" pitchFamily="18" charset="0"/>
              </a:rPr>
              <a:t>2/3</a:t>
            </a:r>
            <a:r>
              <a:rPr lang="en-US" sz="4000" dirty="0">
                <a:solidFill>
                  <a:srgbClr val="222222"/>
                </a:solidFill>
                <a:effectLst/>
                <a:highlight>
                  <a:srgbClr val="FFFFFF"/>
                </a:highlight>
                <a:latin typeface="Times New Roman" panose="02020603050405020304" pitchFamily="18" charset="0"/>
                <a:ea typeface="Times New Roman" panose="02020603050405020304" pitchFamily="18" charset="0"/>
              </a:rPr>
              <a:t>Er</a:t>
            </a:r>
            <a:r>
              <a:rPr lang="en-US" sz="4000" baseline="-25000" dirty="0">
                <a:solidFill>
                  <a:srgbClr val="222222"/>
                </a:solidFill>
                <a:effectLst/>
                <a:highlight>
                  <a:srgbClr val="FFFFFF"/>
                </a:highlight>
                <a:latin typeface="Times New Roman" panose="02020603050405020304" pitchFamily="18" charset="0"/>
                <a:ea typeface="Times New Roman" panose="02020603050405020304" pitchFamily="18" charset="0"/>
              </a:rPr>
              <a:t>1/3</a:t>
            </a:r>
            <a:r>
              <a:rPr lang="en-US" sz="4000" dirty="0">
                <a:solidFill>
                  <a:srgbClr val="222222"/>
                </a:solidFill>
                <a:effectLst/>
                <a:highlight>
                  <a:srgbClr val="FFFFFF"/>
                </a:highlight>
                <a:latin typeface="Times New Roman" panose="02020603050405020304" pitchFamily="18" charset="0"/>
                <a:ea typeface="Times New Roman" panose="02020603050405020304" pitchFamily="18" charset="0"/>
              </a:rPr>
              <a:t>)</a:t>
            </a:r>
            <a:r>
              <a:rPr lang="en-US" sz="4000" baseline="-25000" dirty="0">
                <a:solidFill>
                  <a:srgbClr val="222222"/>
                </a:solidFill>
                <a:effectLst/>
                <a:highlight>
                  <a:srgbClr val="FFFFFF"/>
                </a:highlight>
                <a:latin typeface="Times New Roman" panose="02020603050405020304" pitchFamily="18" charset="0"/>
                <a:ea typeface="Times New Roman" panose="02020603050405020304" pitchFamily="18" charset="0"/>
              </a:rPr>
              <a:t>2</a:t>
            </a:r>
            <a:r>
              <a:rPr lang="en-US" sz="4000" dirty="0">
                <a:solidFill>
                  <a:srgbClr val="222222"/>
                </a:solidFill>
                <a:effectLst/>
                <a:highlight>
                  <a:srgbClr val="FFFFFF"/>
                </a:highlight>
                <a:latin typeface="Times New Roman" panose="02020603050405020304" pitchFamily="18" charset="0"/>
                <a:ea typeface="Times New Roman" panose="02020603050405020304" pitchFamily="18" charset="0"/>
              </a:rPr>
              <a:t>AlC MAX phase and (Mo</a:t>
            </a:r>
            <a:r>
              <a:rPr lang="en-US" sz="4000" baseline="-25000" dirty="0">
                <a:solidFill>
                  <a:srgbClr val="222222"/>
                </a:solidFill>
                <a:effectLst/>
                <a:highlight>
                  <a:srgbClr val="FFFFFF"/>
                </a:highlight>
                <a:latin typeface="Times New Roman" panose="02020603050405020304" pitchFamily="18" charset="0"/>
                <a:ea typeface="Times New Roman" panose="02020603050405020304" pitchFamily="18" charset="0"/>
              </a:rPr>
              <a:t>2/3</a:t>
            </a:r>
            <a:r>
              <a:rPr lang="en-US" sz="4000" dirty="0">
                <a:solidFill>
                  <a:srgbClr val="222222"/>
                </a:solidFill>
                <a:effectLst/>
                <a:highlight>
                  <a:srgbClr val="FFFFFF"/>
                </a:highlight>
                <a:latin typeface="Times New Roman" panose="02020603050405020304" pitchFamily="18" charset="0"/>
                <a:ea typeface="Times New Roman" panose="02020603050405020304" pitchFamily="18" charset="0"/>
              </a:rPr>
              <a:t>Er</a:t>
            </a:r>
            <a:r>
              <a:rPr lang="en-US" sz="4000" baseline="-25000" dirty="0">
                <a:solidFill>
                  <a:srgbClr val="222222"/>
                </a:solidFill>
                <a:effectLst/>
                <a:highlight>
                  <a:srgbClr val="FFFFFF"/>
                </a:highlight>
                <a:latin typeface="Times New Roman" panose="02020603050405020304" pitchFamily="18" charset="0"/>
                <a:ea typeface="Times New Roman" panose="02020603050405020304" pitchFamily="18" charset="0"/>
              </a:rPr>
              <a:t>1/3</a:t>
            </a:r>
            <a:r>
              <a:rPr lang="en-US" sz="4000" dirty="0">
                <a:solidFill>
                  <a:srgbClr val="222222"/>
                </a:solidFill>
                <a:effectLst/>
                <a:highlight>
                  <a:srgbClr val="FFFFFF"/>
                </a:highlight>
                <a:latin typeface="Times New Roman" panose="02020603050405020304" pitchFamily="18" charset="0"/>
                <a:ea typeface="Times New Roman" panose="02020603050405020304" pitchFamily="18" charset="0"/>
              </a:rPr>
              <a:t>)</a:t>
            </a:r>
            <a:r>
              <a:rPr lang="en-US" sz="4000" baseline="-25000" dirty="0">
                <a:solidFill>
                  <a:srgbClr val="222222"/>
                </a:solidFill>
                <a:effectLst/>
                <a:highlight>
                  <a:srgbClr val="FFFFFF"/>
                </a:highlight>
                <a:latin typeface="Times New Roman" panose="02020603050405020304" pitchFamily="18" charset="0"/>
                <a:ea typeface="Times New Roman" panose="02020603050405020304" pitchFamily="18" charset="0"/>
              </a:rPr>
              <a:t>2</a:t>
            </a:r>
            <a:r>
              <a:rPr lang="en-US" sz="4000" dirty="0">
                <a:solidFill>
                  <a:srgbClr val="222222"/>
                </a:solidFill>
                <a:effectLst/>
                <a:highlight>
                  <a:srgbClr val="FFFFFF"/>
                </a:highlight>
                <a:latin typeface="Times New Roman" panose="02020603050405020304" pitchFamily="18" charset="0"/>
                <a:ea typeface="Times New Roman" panose="02020603050405020304" pitchFamily="18" charset="0"/>
              </a:rPr>
              <a:t>C </a:t>
            </a:r>
            <a:r>
              <a:rPr lang="en-US" sz="4000" dirty="0" err="1">
                <a:solidFill>
                  <a:srgbClr val="222222"/>
                </a:solidFill>
                <a:effectLst/>
                <a:highlight>
                  <a:srgbClr val="FFFFFF"/>
                </a:highlight>
                <a:latin typeface="Times New Roman" panose="02020603050405020304" pitchFamily="18" charset="0"/>
                <a:ea typeface="Times New Roman" panose="02020603050405020304" pitchFamily="18" charset="0"/>
              </a:rPr>
              <a:t>MXene</a:t>
            </a:r>
            <a:r>
              <a:rPr lang="en-US" sz="4000" dirty="0">
                <a:solidFill>
                  <a:srgbClr val="222222"/>
                </a:solidFill>
                <a:effectLst/>
                <a:highlight>
                  <a:srgbClr val="FFFFFF"/>
                </a:highlight>
                <a:latin typeface="Times New Roman" panose="02020603050405020304" pitchFamily="18" charset="0"/>
                <a:ea typeface="Times New Roman" panose="02020603050405020304" pitchFamily="18" charset="0"/>
              </a:rPr>
              <a:t>.</a:t>
            </a:r>
            <a:r>
              <a:rPr lang="en-US" sz="4000" dirty="0">
                <a:latin typeface="Times New Roman" panose="02020603050405020304" pitchFamily="18" charset="0"/>
                <a:cs typeface="Times New Roman" panose="02020603050405020304" pitchFamily="18" charset="0"/>
              </a:rPr>
              <a:t> </a:t>
            </a:r>
            <a:r>
              <a:rPr lang="en-US" sz="4000" dirty="0">
                <a:latin typeface="Times New Roman" panose="02020603050405020304" pitchFamily="18" charset="0"/>
                <a:ea typeface="Calibri" panose="020F0502020204030204" pitchFamily="34" charset="0"/>
                <a:cs typeface="Times New Roman" panose="02020603050405020304" pitchFamily="18" charset="0"/>
                <a:sym typeface="Symbol" panose="05050102010706020507" pitchFamily="18" charset="2"/>
              </a:rPr>
              <a:t>The vanishingly small 39  peak indicates the successful removal of Al from </a:t>
            </a:r>
            <a:r>
              <a:rPr lang="en-US" sz="4000" dirty="0">
                <a:solidFill>
                  <a:srgbClr val="222222"/>
                </a:solidFill>
                <a:effectLst/>
                <a:highlight>
                  <a:srgbClr val="FFFFFF"/>
                </a:highlight>
                <a:latin typeface="Times New Roman" panose="02020603050405020304" pitchFamily="18" charset="0"/>
                <a:ea typeface="Times New Roman" panose="02020603050405020304" pitchFamily="18" charset="0"/>
              </a:rPr>
              <a:t>(Mo</a:t>
            </a:r>
            <a:r>
              <a:rPr lang="en-US" sz="4000" baseline="-25000" dirty="0">
                <a:solidFill>
                  <a:srgbClr val="222222"/>
                </a:solidFill>
                <a:effectLst/>
                <a:highlight>
                  <a:srgbClr val="FFFFFF"/>
                </a:highlight>
                <a:latin typeface="Times New Roman" panose="02020603050405020304" pitchFamily="18" charset="0"/>
                <a:ea typeface="Times New Roman" panose="02020603050405020304" pitchFamily="18" charset="0"/>
              </a:rPr>
              <a:t>2/3</a:t>
            </a:r>
            <a:r>
              <a:rPr lang="en-US" sz="4000" dirty="0">
                <a:solidFill>
                  <a:srgbClr val="222222"/>
                </a:solidFill>
                <a:effectLst/>
                <a:highlight>
                  <a:srgbClr val="FFFFFF"/>
                </a:highlight>
                <a:latin typeface="Times New Roman" panose="02020603050405020304" pitchFamily="18" charset="0"/>
                <a:ea typeface="Times New Roman" panose="02020603050405020304" pitchFamily="18" charset="0"/>
              </a:rPr>
              <a:t>Er</a:t>
            </a:r>
            <a:r>
              <a:rPr lang="en-US" sz="4000" baseline="-25000" dirty="0">
                <a:solidFill>
                  <a:srgbClr val="222222"/>
                </a:solidFill>
                <a:effectLst/>
                <a:highlight>
                  <a:srgbClr val="FFFFFF"/>
                </a:highlight>
                <a:latin typeface="Times New Roman" panose="02020603050405020304" pitchFamily="18" charset="0"/>
                <a:ea typeface="Times New Roman" panose="02020603050405020304" pitchFamily="18" charset="0"/>
              </a:rPr>
              <a:t>1/3</a:t>
            </a:r>
            <a:r>
              <a:rPr lang="en-US" sz="4000" dirty="0">
                <a:solidFill>
                  <a:srgbClr val="222222"/>
                </a:solidFill>
                <a:effectLst/>
                <a:highlight>
                  <a:srgbClr val="FFFFFF"/>
                </a:highlight>
                <a:latin typeface="Times New Roman" panose="02020603050405020304" pitchFamily="18" charset="0"/>
                <a:ea typeface="Times New Roman" panose="02020603050405020304" pitchFamily="18" charset="0"/>
              </a:rPr>
              <a:t>)</a:t>
            </a:r>
            <a:r>
              <a:rPr lang="en-US" sz="4000" baseline="-25000" dirty="0">
                <a:solidFill>
                  <a:srgbClr val="222222"/>
                </a:solidFill>
                <a:effectLst/>
                <a:highlight>
                  <a:srgbClr val="FFFFFF"/>
                </a:highlight>
                <a:latin typeface="Times New Roman" panose="02020603050405020304" pitchFamily="18" charset="0"/>
                <a:ea typeface="Times New Roman" panose="02020603050405020304" pitchFamily="18" charset="0"/>
              </a:rPr>
              <a:t>2</a:t>
            </a:r>
            <a:r>
              <a:rPr lang="en-US" sz="4000" dirty="0">
                <a:solidFill>
                  <a:srgbClr val="222222"/>
                </a:solidFill>
                <a:effectLst/>
                <a:highlight>
                  <a:srgbClr val="FFFFFF"/>
                </a:highlight>
                <a:latin typeface="Times New Roman" panose="02020603050405020304" pitchFamily="18" charset="0"/>
                <a:ea typeface="Times New Roman" panose="02020603050405020304" pitchFamily="18" charset="0"/>
              </a:rPr>
              <a:t>AlC MAX phase</a:t>
            </a:r>
            <a:r>
              <a:rPr lang="en-US" sz="4000" dirty="0">
                <a:latin typeface="Times New Roman" panose="02020603050405020304" pitchFamily="18" charset="0"/>
                <a:ea typeface="Calibri" panose="020F0502020204030204" pitchFamily="34" charset="0"/>
                <a:cs typeface="Times New Roman" panose="02020603050405020304" pitchFamily="18" charset="0"/>
                <a:sym typeface="Symbol" panose="05050102010706020507" pitchFamily="18" charset="2"/>
              </a:rPr>
              <a:t>.  The broadening of the </a:t>
            </a:r>
            <a:r>
              <a:rPr lang="en-US" sz="4000" dirty="0">
                <a:solidFill>
                  <a:srgbClr val="222222"/>
                </a:solidFill>
                <a:effectLst/>
                <a:highlight>
                  <a:srgbClr val="FFFFFF"/>
                </a:highlight>
                <a:latin typeface="Times New Roman" panose="02020603050405020304" pitchFamily="18" charset="0"/>
                <a:ea typeface="Times New Roman" panose="02020603050405020304" pitchFamily="18" charset="0"/>
              </a:rPr>
              <a:t>(Mo</a:t>
            </a:r>
            <a:r>
              <a:rPr lang="en-US" sz="4000" baseline="-25000" dirty="0">
                <a:solidFill>
                  <a:srgbClr val="222222"/>
                </a:solidFill>
                <a:effectLst/>
                <a:highlight>
                  <a:srgbClr val="FFFFFF"/>
                </a:highlight>
                <a:latin typeface="Times New Roman" panose="02020603050405020304" pitchFamily="18" charset="0"/>
                <a:ea typeface="Times New Roman" panose="02020603050405020304" pitchFamily="18" charset="0"/>
              </a:rPr>
              <a:t>2/3</a:t>
            </a:r>
            <a:r>
              <a:rPr lang="en-US" sz="4000" dirty="0">
                <a:solidFill>
                  <a:srgbClr val="222222"/>
                </a:solidFill>
                <a:effectLst/>
                <a:highlight>
                  <a:srgbClr val="FFFFFF"/>
                </a:highlight>
                <a:latin typeface="Times New Roman" panose="02020603050405020304" pitchFamily="18" charset="0"/>
                <a:ea typeface="Times New Roman" panose="02020603050405020304" pitchFamily="18" charset="0"/>
              </a:rPr>
              <a:t>Er</a:t>
            </a:r>
            <a:r>
              <a:rPr lang="en-US" sz="4000" baseline="-25000" dirty="0">
                <a:solidFill>
                  <a:srgbClr val="222222"/>
                </a:solidFill>
                <a:effectLst/>
                <a:highlight>
                  <a:srgbClr val="FFFFFF"/>
                </a:highlight>
                <a:latin typeface="Times New Roman" panose="02020603050405020304" pitchFamily="18" charset="0"/>
                <a:ea typeface="Times New Roman" panose="02020603050405020304" pitchFamily="18" charset="0"/>
              </a:rPr>
              <a:t>1/3</a:t>
            </a:r>
            <a:r>
              <a:rPr lang="en-US" sz="4000" dirty="0">
                <a:solidFill>
                  <a:srgbClr val="222222"/>
                </a:solidFill>
                <a:effectLst/>
                <a:highlight>
                  <a:srgbClr val="FFFFFF"/>
                </a:highlight>
                <a:latin typeface="Times New Roman" panose="02020603050405020304" pitchFamily="18" charset="0"/>
                <a:ea typeface="Times New Roman" panose="02020603050405020304" pitchFamily="18" charset="0"/>
              </a:rPr>
              <a:t>)</a:t>
            </a:r>
            <a:r>
              <a:rPr lang="en-US" sz="4000" baseline="-25000" dirty="0">
                <a:solidFill>
                  <a:srgbClr val="222222"/>
                </a:solidFill>
                <a:effectLst/>
                <a:highlight>
                  <a:srgbClr val="FFFFFF"/>
                </a:highlight>
                <a:latin typeface="Times New Roman" panose="02020603050405020304" pitchFamily="18" charset="0"/>
                <a:ea typeface="Times New Roman" panose="02020603050405020304" pitchFamily="18" charset="0"/>
              </a:rPr>
              <a:t>2</a:t>
            </a:r>
            <a:r>
              <a:rPr lang="en-US" sz="4000" dirty="0">
                <a:solidFill>
                  <a:srgbClr val="222222"/>
                </a:solidFill>
                <a:effectLst/>
                <a:highlight>
                  <a:srgbClr val="FFFFFF"/>
                </a:highlight>
                <a:latin typeface="Times New Roman" panose="02020603050405020304" pitchFamily="18" charset="0"/>
                <a:ea typeface="Times New Roman" panose="02020603050405020304" pitchFamily="18" charset="0"/>
              </a:rPr>
              <a:t>C </a:t>
            </a:r>
            <a:r>
              <a:rPr lang="en-US" sz="4000" dirty="0" err="1">
                <a:solidFill>
                  <a:srgbClr val="222222"/>
                </a:solidFill>
                <a:effectLst/>
                <a:highlight>
                  <a:srgbClr val="FFFFFF"/>
                </a:highlight>
                <a:latin typeface="Times New Roman" panose="02020603050405020304" pitchFamily="18" charset="0"/>
                <a:ea typeface="Times New Roman" panose="02020603050405020304" pitchFamily="18" charset="0"/>
              </a:rPr>
              <a:t>MXene</a:t>
            </a:r>
            <a:r>
              <a:rPr lang="en-US" sz="4000" dirty="0">
                <a:latin typeface="Times New Roman" panose="02020603050405020304" pitchFamily="18" charset="0"/>
                <a:ea typeface="Calibri" panose="020F0502020204030204" pitchFamily="34" charset="0"/>
                <a:cs typeface="Times New Roman" panose="02020603050405020304" pitchFamily="18" charset="0"/>
                <a:sym typeface="Symbol" panose="05050102010706020507" pitchFamily="18" charset="2"/>
              </a:rPr>
              <a:t> peaks indicate that</a:t>
            </a:r>
          </a:p>
          <a:p>
            <a:pPr algn="just"/>
            <a:r>
              <a:rPr lang="en-US" sz="4000" dirty="0">
                <a:latin typeface="Times New Roman" panose="02020603050405020304" pitchFamily="18" charset="0"/>
                <a:ea typeface="Calibri" panose="020F0502020204030204" pitchFamily="34" charset="0"/>
                <a:cs typeface="Times New Roman" panose="02020603050405020304" pitchFamily="18" charset="0"/>
                <a:sym typeface="Symbol" panose="05050102010706020507" pitchFamily="18" charset="2"/>
              </a:rPr>
              <a:t> the </a:t>
            </a:r>
            <a:r>
              <a:rPr lang="en-US" sz="4000" dirty="0" err="1">
                <a:latin typeface="Times New Roman" panose="02020603050405020304" pitchFamily="18" charset="0"/>
                <a:ea typeface="Calibri" panose="020F0502020204030204" pitchFamily="34" charset="0"/>
                <a:cs typeface="Times New Roman" panose="02020603050405020304" pitchFamily="18" charset="0"/>
                <a:sym typeface="Symbol" panose="05050102010706020507" pitchFamily="18" charset="2"/>
              </a:rPr>
              <a:t>MXene</a:t>
            </a:r>
            <a:r>
              <a:rPr lang="en-US" sz="4000" dirty="0">
                <a:latin typeface="Times New Roman" panose="02020603050405020304" pitchFamily="18" charset="0"/>
                <a:ea typeface="Calibri" panose="020F0502020204030204" pitchFamily="34" charset="0"/>
                <a:cs typeface="Times New Roman" panose="02020603050405020304" pitchFamily="18" charset="0"/>
                <a:sym typeface="Symbol" panose="05050102010706020507" pitchFamily="18" charset="2"/>
              </a:rPr>
              <a:t> is amorphous.  The shifting of the (002) peak to lower values indicates an increase in the interlayer separation (c-parameter).</a:t>
            </a:r>
            <a:endParaRPr lang="en-US" sz="4000" dirty="0">
              <a:latin typeface="Times New Roman" panose="02020603050405020304" pitchFamily="18" charset="0"/>
              <a:cs typeface="Times New Roman" panose="02020603050405020304" pitchFamily="18" charset="0"/>
            </a:endParaRPr>
          </a:p>
          <a:p>
            <a:endParaRPr lang="en-US" sz="4000" dirty="0"/>
          </a:p>
        </p:txBody>
      </p:sp>
      <p:pic>
        <p:nvPicPr>
          <p:cNvPr id="15" name="Picture 14">
            <a:extLst>
              <a:ext uri="{FF2B5EF4-FFF2-40B4-BE49-F238E27FC236}">
                <a16:creationId xmlns:a16="http://schemas.microsoft.com/office/drawing/2014/main" id="{C2EB2AA9-D6D4-52F3-CE11-D84CF53D4D35}"/>
              </a:ext>
            </a:extLst>
          </p:cNvPr>
          <p:cNvPicPr>
            <a:picLocks noChangeAspect="1"/>
          </p:cNvPicPr>
          <p:nvPr/>
        </p:nvPicPr>
        <p:blipFill>
          <a:blip r:embed="rId5"/>
          <a:stretch>
            <a:fillRect/>
          </a:stretch>
        </p:blipFill>
        <p:spPr>
          <a:xfrm>
            <a:off x="36247469" y="1135539"/>
            <a:ext cx="7147039" cy="1281261"/>
          </a:xfrm>
          <a:prstGeom prst="rect">
            <a:avLst/>
          </a:prstGeom>
        </p:spPr>
      </p:pic>
      <p:pic>
        <p:nvPicPr>
          <p:cNvPr id="6" name="Picture 37" descr="Picture 37">
            <a:extLst>
              <a:ext uri="{FF2B5EF4-FFF2-40B4-BE49-F238E27FC236}">
                <a16:creationId xmlns:a16="http://schemas.microsoft.com/office/drawing/2014/main" id="{BC96B807-B39C-E2CF-1A6F-C2DD3A8C0399}"/>
              </a:ext>
            </a:extLst>
          </p:cNvPr>
          <p:cNvPicPr>
            <a:picLocks noChangeAspect="1"/>
          </p:cNvPicPr>
          <p:nvPr/>
        </p:nvPicPr>
        <p:blipFill>
          <a:blip r:embed="rId6"/>
          <a:stretch>
            <a:fillRect/>
          </a:stretch>
        </p:blipFill>
        <p:spPr>
          <a:xfrm>
            <a:off x="38370477" y="2526532"/>
            <a:ext cx="1352135" cy="1311974"/>
          </a:xfrm>
          <a:prstGeom prst="rect">
            <a:avLst/>
          </a:prstGeom>
          <a:ln w="12700">
            <a:miter lim="400000"/>
          </a:ln>
        </p:spPr>
      </p:pic>
      <p:pic>
        <p:nvPicPr>
          <p:cNvPr id="47" name="Picture 46">
            <a:extLst>
              <a:ext uri="{FF2B5EF4-FFF2-40B4-BE49-F238E27FC236}">
                <a16:creationId xmlns:a16="http://schemas.microsoft.com/office/drawing/2014/main" id="{6AA51EE3-87CB-74F8-B762-B19881E7FF27}"/>
              </a:ext>
            </a:extLst>
          </p:cNvPr>
          <p:cNvPicPr>
            <a:picLocks noChangeAspect="1"/>
          </p:cNvPicPr>
          <p:nvPr/>
        </p:nvPicPr>
        <p:blipFill>
          <a:blip r:embed="rId7"/>
          <a:stretch>
            <a:fillRect/>
          </a:stretch>
        </p:blipFill>
        <p:spPr>
          <a:xfrm>
            <a:off x="29641800" y="5102578"/>
            <a:ext cx="12640270" cy="9266636"/>
          </a:xfrm>
          <a:prstGeom prst="rect">
            <a:avLst/>
          </a:prstGeom>
        </p:spPr>
      </p:pic>
      <p:sp>
        <p:nvSpPr>
          <p:cNvPr id="48" name="TextBox 47">
            <a:extLst>
              <a:ext uri="{FF2B5EF4-FFF2-40B4-BE49-F238E27FC236}">
                <a16:creationId xmlns:a16="http://schemas.microsoft.com/office/drawing/2014/main" id="{9B8EB243-8C32-4C09-089B-09ED61D539A8}"/>
              </a:ext>
            </a:extLst>
          </p:cNvPr>
          <p:cNvSpPr txBox="1"/>
          <p:nvPr/>
        </p:nvSpPr>
        <p:spPr>
          <a:xfrm>
            <a:off x="28775932" y="22695320"/>
            <a:ext cx="14618575" cy="3754874"/>
          </a:xfrm>
          <a:prstGeom prst="rect">
            <a:avLst/>
          </a:prstGeom>
          <a:noFill/>
        </p:spPr>
        <p:txBody>
          <a:bodyPr wrap="square" rtlCol="0">
            <a:spAutoFit/>
          </a:bodyPr>
          <a:lstStyle/>
          <a:p>
            <a:r>
              <a:rPr lang="en-US" sz="6000" b="1" u="sng" dirty="0">
                <a:latin typeface="Times New Roman" charset="0"/>
                <a:ea typeface="Times New Roman" charset="0"/>
                <a:cs typeface="Times New Roman" charset="0"/>
              </a:rPr>
              <a:t>Acknowledgements</a:t>
            </a:r>
            <a:endParaRPr lang="en-US" sz="6000" dirty="0">
              <a:latin typeface="Times New Roman" panose="02020603050405020304" pitchFamily="18" charset="0"/>
              <a:ea typeface="Times New Roman" charset="0"/>
              <a:cs typeface="Times New Roman" panose="02020603050405020304" pitchFamily="18" charset="0"/>
            </a:endParaRPr>
          </a:p>
          <a:p>
            <a:pPr marL="0" marR="0" algn="just">
              <a:spcBef>
                <a:spcPts val="0"/>
              </a:spcBef>
              <a:spcAft>
                <a:spcPts val="0"/>
              </a:spcAft>
            </a:pPr>
            <a:r>
              <a:rPr lang="en-US" sz="4000" dirty="0">
                <a:solidFill>
                  <a:srgbClr val="222222"/>
                </a:solidFill>
                <a:effectLst/>
                <a:highlight>
                  <a:srgbClr val="FFFFFF"/>
                </a:highlight>
                <a:latin typeface="Times New Roman" panose="02020603050405020304" pitchFamily="18" charset="0"/>
                <a:ea typeface="Times New Roman" panose="02020603050405020304" pitchFamily="18" charset="0"/>
                <a:cs typeface="Times New Roman" panose="02020603050405020304" pitchFamily="18" charset="0"/>
              </a:rPr>
              <a:t>The synthesis of </a:t>
            </a:r>
            <a:r>
              <a:rPr lang="en-US" sz="4000" dirty="0">
                <a:effectLst/>
                <a:latin typeface="Times New Roman" panose="02020603050405020304" pitchFamily="18" charset="0"/>
                <a:ea typeface="Times New Roman" panose="02020603050405020304" pitchFamily="18" charset="0"/>
              </a:rPr>
              <a:t>Nb4C3Tx</a:t>
            </a:r>
            <a:r>
              <a:rPr lang="en-US" sz="4000" dirty="0">
                <a:effectLst/>
                <a:latin typeface="Times New Roman" panose="02020603050405020304" pitchFamily="18" charset="0"/>
                <a:ea typeface="Times New Roman" panose="02020603050405020304" pitchFamily="18" charset="0"/>
                <a:cs typeface="Times New Roman" panose="02020603050405020304" pitchFamily="18" charset="0"/>
              </a:rPr>
              <a:t> MXene and characterization work was supported by DOE BES-RENEW award number DE-SC0024611.This work was also partly supported by NSF RIA EES</a:t>
            </a:r>
            <a:r>
              <a:rPr lang="en-US" sz="4000" dirty="0">
                <a:solidFill>
                  <a:srgbClr val="222222"/>
                </a:solidFill>
                <a:effectLst/>
                <a:highlight>
                  <a:srgbClr val="FFFFFF"/>
                </a:highlight>
                <a:latin typeface="Times New Roman" panose="02020603050405020304" pitchFamily="18" charset="0"/>
                <a:ea typeface="Times New Roman" panose="02020603050405020304" pitchFamily="18" charset="0"/>
                <a:cs typeface="Times New Roman" panose="02020603050405020304" pitchFamily="18" charset="0"/>
              </a:rPr>
              <a:t> </a:t>
            </a:r>
            <a:r>
              <a:rPr lang="en-US" sz="4000" dirty="0">
                <a:solidFill>
                  <a:srgbClr val="333333"/>
                </a:solidFill>
                <a:effectLst/>
                <a:highlight>
                  <a:srgbClr val="FFFFFF"/>
                </a:highlight>
                <a:latin typeface="Times New Roman" panose="02020603050405020304" pitchFamily="18" charset="0"/>
                <a:ea typeface="Times New Roman" panose="02020603050405020304" pitchFamily="18" charset="0"/>
                <a:cs typeface="Times New Roman" panose="02020603050405020304" pitchFamily="18" charset="0"/>
              </a:rPr>
              <a:t>1800795 for MXene synthesis</a:t>
            </a:r>
            <a:r>
              <a:rPr lang="en-US" sz="4000" dirty="0">
                <a:solidFill>
                  <a:srgbClr val="000000"/>
                </a:solidFill>
                <a:effectLst/>
                <a:highlight>
                  <a:srgbClr val="FFFFFF"/>
                </a:highlight>
                <a:latin typeface="Times New Roman" panose="02020603050405020304" pitchFamily="18" charset="0"/>
                <a:ea typeface="Times New Roman" panose="02020603050405020304" pitchFamily="18" charset="0"/>
                <a:cs typeface="Times New Roman" panose="02020603050405020304" pitchFamily="18" charset="0"/>
              </a:rPr>
              <a:t>.</a:t>
            </a:r>
            <a:r>
              <a:rPr lang="en-US" sz="4000" dirty="0">
                <a:effectLst/>
                <a:latin typeface="Times New Roman" panose="02020603050405020304" pitchFamily="18" charset="0"/>
                <a:cs typeface="Times New Roman" panose="02020603050405020304" pitchFamily="18" charset="0"/>
              </a:rPr>
              <a:t> </a:t>
            </a:r>
            <a:endParaRPr lang="en-US" sz="4000" dirty="0">
              <a:effectLst/>
              <a:latin typeface="Times New Roman" panose="02020603050405020304" pitchFamily="18" charset="0"/>
              <a:ea typeface="Times New Roman" panose="02020603050405020304" pitchFamily="18" charset="0"/>
              <a:cs typeface="Times New Roman" panose="02020603050405020304" pitchFamily="18" charset="0"/>
            </a:endParaRPr>
          </a:p>
          <a:p>
            <a:endParaRPr lang="en-US" dirty="0"/>
          </a:p>
        </p:txBody>
      </p:sp>
      <p:grpSp>
        <p:nvGrpSpPr>
          <p:cNvPr id="34" name="Group 33">
            <a:extLst>
              <a:ext uri="{FF2B5EF4-FFF2-40B4-BE49-F238E27FC236}">
                <a16:creationId xmlns:a16="http://schemas.microsoft.com/office/drawing/2014/main" id="{5F99D8A0-824E-6A9A-8020-DB7B252E0513}"/>
              </a:ext>
            </a:extLst>
          </p:cNvPr>
          <p:cNvGrpSpPr/>
          <p:nvPr/>
        </p:nvGrpSpPr>
        <p:grpSpPr>
          <a:xfrm>
            <a:off x="14731053" y="5683458"/>
            <a:ext cx="11710507" cy="4474333"/>
            <a:chOff x="356870" y="-27499"/>
            <a:chExt cx="8850630" cy="6787710"/>
          </a:xfrm>
        </p:grpSpPr>
        <p:pic>
          <p:nvPicPr>
            <p:cNvPr id="39" name="Picture 2">
              <a:extLst>
                <a:ext uri="{FF2B5EF4-FFF2-40B4-BE49-F238E27FC236}">
                  <a16:creationId xmlns:a16="http://schemas.microsoft.com/office/drawing/2014/main" id="{6CC6C22B-0532-C6E7-D369-2FD01D4F3F0D}"/>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56870" y="168149"/>
              <a:ext cx="4381500" cy="6343651"/>
            </a:xfrm>
            <a:prstGeom prst="rect">
              <a:avLst/>
            </a:prstGeom>
            <a:noFill/>
            <a:extLst>
              <a:ext uri="{909E8E84-426E-40DD-AFC4-6F175D3DCCD1}">
                <a14:hiddenFill xmlns:a14="http://schemas.microsoft.com/office/drawing/2010/main">
                  <a:solidFill>
                    <a:srgbClr val="FFFFFF"/>
                  </a:solidFill>
                </a14:hiddenFill>
              </a:ext>
            </a:extLst>
          </p:spPr>
        </p:pic>
        <p:pic>
          <p:nvPicPr>
            <p:cNvPr id="42" name="Picture 3" descr="A diagram of a molecule&#10;&#10;Description automatically generated">
              <a:extLst>
                <a:ext uri="{FF2B5EF4-FFF2-40B4-BE49-F238E27FC236}">
                  <a16:creationId xmlns:a16="http://schemas.microsoft.com/office/drawing/2014/main" id="{0BB74A7B-D264-2BBA-A025-3243E445828E}"/>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616450" y="416560"/>
              <a:ext cx="4591050" cy="6343651"/>
            </a:xfrm>
            <a:prstGeom prst="rect">
              <a:avLst/>
            </a:prstGeom>
            <a:noFill/>
            <a:extLst>
              <a:ext uri="{909E8E84-426E-40DD-AFC4-6F175D3DCCD1}">
                <a14:hiddenFill xmlns:a14="http://schemas.microsoft.com/office/drawing/2010/main">
                  <a:solidFill>
                    <a:srgbClr val="FFFFFF"/>
                  </a:solidFill>
                </a14:hiddenFill>
              </a:ext>
            </a:extLst>
          </p:spPr>
        </p:pic>
        <p:sp>
          <p:nvSpPr>
            <p:cNvPr id="46" name="TextBox 45">
              <a:extLst>
                <a:ext uri="{FF2B5EF4-FFF2-40B4-BE49-F238E27FC236}">
                  <a16:creationId xmlns:a16="http://schemas.microsoft.com/office/drawing/2014/main" id="{E872158F-4883-0F90-6515-C26FC249DA53}"/>
                </a:ext>
              </a:extLst>
            </p:cNvPr>
            <p:cNvSpPr txBox="1"/>
            <p:nvPr/>
          </p:nvSpPr>
          <p:spPr>
            <a:xfrm>
              <a:off x="1969008" y="47228"/>
              <a:ext cx="3075940" cy="553998"/>
            </a:xfrm>
            <a:prstGeom prst="rect">
              <a:avLst/>
            </a:prstGeom>
            <a:noFill/>
          </p:spPr>
          <p:txBody>
            <a:bodyPr wrap="square">
              <a:spAutoFit/>
            </a:bodyPr>
            <a:lstStyle/>
            <a:p>
              <a:r>
                <a:rPr lang="en-US" sz="3000" dirty="0">
                  <a:solidFill>
                    <a:srgbClr val="222222"/>
                  </a:solidFill>
                  <a:effectLst/>
                  <a:highlight>
                    <a:srgbClr val="FFFFFF"/>
                  </a:highlight>
                  <a:latin typeface="Times New Roman" panose="02020603050405020304" pitchFamily="18" charset="0"/>
                  <a:ea typeface="Times New Roman" panose="02020603050405020304" pitchFamily="18" charset="0"/>
                </a:rPr>
                <a:t>(Mo</a:t>
              </a:r>
              <a:r>
                <a:rPr lang="en-US" sz="3000" baseline="-25000" dirty="0">
                  <a:solidFill>
                    <a:srgbClr val="222222"/>
                  </a:solidFill>
                  <a:effectLst/>
                  <a:highlight>
                    <a:srgbClr val="FFFFFF"/>
                  </a:highlight>
                  <a:latin typeface="Times New Roman" panose="02020603050405020304" pitchFamily="18" charset="0"/>
                  <a:ea typeface="Times New Roman" panose="02020603050405020304" pitchFamily="18" charset="0"/>
                </a:rPr>
                <a:t>2/3</a:t>
              </a:r>
              <a:r>
                <a:rPr lang="en-US" sz="3000" dirty="0">
                  <a:solidFill>
                    <a:srgbClr val="222222"/>
                  </a:solidFill>
                  <a:effectLst/>
                  <a:highlight>
                    <a:srgbClr val="FFFFFF"/>
                  </a:highlight>
                  <a:latin typeface="Times New Roman" panose="02020603050405020304" pitchFamily="18" charset="0"/>
                  <a:ea typeface="Times New Roman" panose="02020603050405020304" pitchFamily="18" charset="0"/>
                </a:rPr>
                <a:t>Er</a:t>
              </a:r>
              <a:r>
                <a:rPr lang="en-US" sz="3000" baseline="-25000" dirty="0">
                  <a:solidFill>
                    <a:srgbClr val="222222"/>
                  </a:solidFill>
                  <a:effectLst/>
                  <a:highlight>
                    <a:srgbClr val="FFFFFF"/>
                  </a:highlight>
                  <a:latin typeface="Times New Roman" panose="02020603050405020304" pitchFamily="18" charset="0"/>
                  <a:ea typeface="Times New Roman" panose="02020603050405020304" pitchFamily="18" charset="0"/>
                </a:rPr>
                <a:t>1/3</a:t>
              </a:r>
              <a:r>
                <a:rPr lang="en-US" sz="3000" dirty="0">
                  <a:solidFill>
                    <a:srgbClr val="222222"/>
                  </a:solidFill>
                  <a:effectLst/>
                  <a:highlight>
                    <a:srgbClr val="FFFFFF"/>
                  </a:highlight>
                  <a:latin typeface="Times New Roman" panose="02020603050405020304" pitchFamily="18" charset="0"/>
                  <a:ea typeface="Times New Roman" panose="02020603050405020304" pitchFamily="18" charset="0"/>
                </a:rPr>
                <a:t>)</a:t>
              </a:r>
              <a:r>
                <a:rPr lang="en-US" sz="3000" baseline="-25000" dirty="0">
                  <a:solidFill>
                    <a:srgbClr val="222222"/>
                  </a:solidFill>
                  <a:effectLst/>
                  <a:highlight>
                    <a:srgbClr val="FFFFFF"/>
                  </a:highlight>
                  <a:latin typeface="Times New Roman" panose="02020603050405020304" pitchFamily="18" charset="0"/>
                  <a:ea typeface="Times New Roman" panose="02020603050405020304" pitchFamily="18" charset="0"/>
                </a:rPr>
                <a:t>2</a:t>
              </a:r>
              <a:r>
                <a:rPr lang="en-US" sz="3000" dirty="0">
                  <a:solidFill>
                    <a:srgbClr val="222222"/>
                  </a:solidFill>
                  <a:effectLst/>
                  <a:highlight>
                    <a:srgbClr val="FFFFFF"/>
                  </a:highlight>
                  <a:latin typeface="Times New Roman" panose="02020603050405020304" pitchFamily="18" charset="0"/>
                  <a:ea typeface="Times New Roman" panose="02020603050405020304" pitchFamily="18" charset="0"/>
                </a:rPr>
                <a:t>AlC </a:t>
              </a:r>
              <a:endParaRPr lang="en-US" sz="3000" dirty="0"/>
            </a:p>
          </p:txBody>
        </p:sp>
        <p:sp>
          <p:nvSpPr>
            <p:cNvPr id="49" name="TextBox 48">
              <a:extLst>
                <a:ext uri="{FF2B5EF4-FFF2-40B4-BE49-F238E27FC236}">
                  <a16:creationId xmlns:a16="http://schemas.microsoft.com/office/drawing/2014/main" id="{A5C58DE9-10F2-595E-6652-DBC65830400B}"/>
                </a:ext>
              </a:extLst>
            </p:cNvPr>
            <p:cNvSpPr txBox="1"/>
            <p:nvPr/>
          </p:nvSpPr>
          <p:spPr>
            <a:xfrm>
              <a:off x="5879592" y="-27499"/>
              <a:ext cx="2493264" cy="553998"/>
            </a:xfrm>
            <a:prstGeom prst="rect">
              <a:avLst/>
            </a:prstGeom>
            <a:noFill/>
          </p:spPr>
          <p:txBody>
            <a:bodyPr wrap="square">
              <a:spAutoFit/>
            </a:bodyPr>
            <a:lstStyle/>
            <a:p>
              <a:r>
                <a:rPr lang="en-US" sz="3000" dirty="0">
                  <a:solidFill>
                    <a:srgbClr val="222222"/>
                  </a:solidFill>
                  <a:effectLst/>
                  <a:highlight>
                    <a:srgbClr val="FFFFFF"/>
                  </a:highlight>
                  <a:latin typeface="Times New Roman" panose="02020603050405020304" pitchFamily="18" charset="0"/>
                  <a:ea typeface="Times New Roman" panose="02020603050405020304" pitchFamily="18" charset="0"/>
                </a:rPr>
                <a:t>(Mo</a:t>
              </a:r>
              <a:r>
                <a:rPr lang="en-US" sz="3000" baseline="-25000" dirty="0">
                  <a:solidFill>
                    <a:srgbClr val="222222"/>
                  </a:solidFill>
                  <a:effectLst/>
                  <a:highlight>
                    <a:srgbClr val="FFFFFF"/>
                  </a:highlight>
                  <a:latin typeface="Times New Roman" panose="02020603050405020304" pitchFamily="18" charset="0"/>
                  <a:ea typeface="Times New Roman" panose="02020603050405020304" pitchFamily="18" charset="0"/>
                </a:rPr>
                <a:t>2/3</a:t>
              </a:r>
              <a:r>
                <a:rPr lang="en-US" sz="3000" dirty="0">
                  <a:solidFill>
                    <a:srgbClr val="222222"/>
                  </a:solidFill>
                  <a:effectLst/>
                  <a:highlight>
                    <a:srgbClr val="FFFFFF"/>
                  </a:highlight>
                  <a:latin typeface="Times New Roman" panose="02020603050405020304" pitchFamily="18" charset="0"/>
                  <a:ea typeface="Times New Roman" panose="02020603050405020304" pitchFamily="18" charset="0"/>
                </a:rPr>
                <a:t>Er</a:t>
              </a:r>
              <a:r>
                <a:rPr lang="en-US" sz="3000" baseline="-25000" dirty="0">
                  <a:solidFill>
                    <a:srgbClr val="222222"/>
                  </a:solidFill>
                  <a:effectLst/>
                  <a:highlight>
                    <a:srgbClr val="FFFFFF"/>
                  </a:highlight>
                  <a:latin typeface="Times New Roman" panose="02020603050405020304" pitchFamily="18" charset="0"/>
                  <a:ea typeface="Times New Roman" panose="02020603050405020304" pitchFamily="18" charset="0"/>
                </a:rPr>
                <a:t>1/3</a:t>
              </a:r>
              <a:r>
                <a:rPr lang="en-US" sz="3000" dirty="0">
                  <a:solidFill>
                    <a:srgbClr val="222222"/>
                  </a:solidFill>
                  <a:effectLst/>
                  <a:highlight>
                    <a:srgbClr val="FFFFFF"/>
                  </a:highlight>
                  <a:latin typeface="Times New Roman" panose="02020603050405020304" pitchFamily="18" charset="0"/>
                  <a:ea typeface="Times New Roman" panose="02020603050405020304" pitchFamily="18" charset="0"/>
                </a:rPr>
                <a:t>)</a:t>
              </a:r>
              <a:r>
                <a:rPr lang="en-US" sz="3000" baseline="-25000" dirty="0">
                  <a:solidFill>
                    <a:srgbClr val="222222"/>
                  </a:solidFill>
                  <a:effectLst/>
                  <a:highlight>
                    <a:srgbClr val="FFFFFF"/>
                  </a:highlight>
                  <a:latin typeface="Times New Roman" panose="02020603050405020304" pitchFamily="18" charset="0"/>
                  <a:ea typeface="Times New Roman" panose="02020603050405020304" pitchFamily="18" charset="0"/>
                </a:rPr>
                <a:t>2</a:t>
              </a:r>
              <a:r>
                <a:rPr lang="en-US" sz="3000" dirty="0">
                  <a:solidFill>
                    <a:srgbClr val="222222"/>
                  </a:solidFill>
                  <a:effectLst/>
                  <a:highlight>
                    <a:srgbClr val="FFFFFF"/>
                  </a:highlight>
                  <a:latin typeface="Times New Roman" panose="02020603050405020304" pitchFamily="18" charset="0"/>
                  <a:ea typeface="Times New Roman" panose="02020603050405020304" pitchFamily="18" charset="0"/>
                </a:rPr>
                <a:t>C </a:t>
              </a:r>
              <a:endParaRPr lang="en-US" sz="3000" dirty="0"/>
            </a:p>
          </p:txBody>
        </p:sp>
        <p:cxnSp>
          <p:nvCxnSpPr>
            <p:cNvPr id="50" name="Straight Arrow Connector 49">
              <a:extLst>
                <a:ext uri="{FF2B5EF4-FFF2-40B4-BE49-F238E27FC236}">
                  <a16:creationId xmlns:a16="http://schemas.microsoft.com/office/drawing/2014/main" id="{E3DD306E-951E-6D98-F1F0-567286CD4991}"/>
                </a:ext>
              </a:extLst>
            </p:cNvPr>
            <p:cNvCxnSpPr/>
            <p:nvPr/>
          </p:nvCxnSpPr>
          <p:spPr>
            <a:xfrm>
              <a:off x="3794760" y="2990088"/>
              <a:ext cx="1408176" cy="0"/>
            </a:xfrm>
            <a:prstGeom prst="straightConnector1">
              <a:avLst/>
            </a:prstGeom>
            <a:ln w="57150">
              <a:tailEnd type="triangle"/>
            </a:ln>
          </p:spPr>
          <p:style>
            <a:lnRef idx="2">
              <a:schemeClr val="accent1"/>
            </a:lnRef>
            <a:fillRef idx="0">
              <a:schemeClr val="accent1"/>
            </a:fillRef>
            <a:effectRef idx="1">
              <a:schemeClr val="accent1"/>
            </a:effectRef>
            <a:fontRef idx="minor">
              <a:schemeClr val="tx1"/>
            </a:fontRef>
          </p:style>
        </p:cxnSp>
        <p:sp>
          <p:nvSpPr>
            <p:cNvPr id="51" name="TextBox 50">
              <a:extLst>
                <a:ext uri="{FF2B5EF4-FFF2-40B4-BE49-F238E27FC236}">
                  <a16:creationId xmlns:a16="http://schemas.microsoft.com/office/drawing/2014/main" id="{59092236-7384-759E-DACD-8B29E260441D}"/>
                </a:ext>
              </a:extLst>
            </p:cNvPr>
            <p:cNvSpPr txBox="1"/>
            <p:nvPr/>
          </p:nvSpPr>
          <p:spPr>
            <a:xfrm>
              <a:off x="4023360" y="2313432"/>
              <a:ext cx="1179576" cy="461665"/>
            </a:xfrm>
            <a:prstGeom prst="rect">
              <a:avLst/>
            </a:prstGeom>
            <a:noFill/>
          </p:spPr>
          <p:txBody>
            <a:bodyPr wrap="square" rtlCol="0">
              <a:spAutoFit/>
            </a:bodyPr>
            <a:lstStyle/>
            <a:p>
              <a:r>
                <a:rPr lang="en-US" sz="2400" dirty="0">
                  <a:latin typeface="Times New Roman" panose="02020603050405020304" pitchFamily="18" charset="0"/>
                  <a:cs typeface="Times New Roman" panose="02020603050405020304" pitchFamily="18" charset="0"/>
                </a:rPr>
                <a:t>Etching</a:t>
              </a:r>
            </a:p>
          </p:txBody>
        </p:sp>
      </p:grpSp>
      <p:sp>
        <p:nvSpPr>
          <p:cNvPr id="29" name="TextBox 28">
            <a:extLst>
              <a:ext uri="{FF2B5EF4-FFF2-40B4-BE49-F238E27FC236}">
                <a16:creationId xmlns:a16="http://schemas.microsoft.com/office/drawing/2014/main" id="{15F830B7-D46F-A6CC-C9E5-59FFD940E59C}"/>
              </a:ext>
            </a:extLst>
          </p:cNvPr>
          <p:cNvSpPr txBox="1"/>
          <p:nvPr/>
        </p:nvSpPr>
        <p:spPr>
          <a:xfrm>
            <a:off x="536120" y="29398320"/>
            <a:ext cx="13231791" cy="3170099"/>
          </a:xfrm>
          <a:prstGeom prst="rect">
            <a:avLst/>
          </a:prstGeom>
          <a:noFill/>
        </p:spPr>
        <p:txBody>
          <a:bodyPr wrap="square" rtlCol="0">
            <a:spAutoFit/>
          </a:bodyPr>
          <a:lstStyle/>
          <a:p>
            <a:pPr algn="just"/>
            <a:r>
              <a:rPr lang="en-US" sz="4000" b="1" dirty="0">
                <a:latin typeface="Times New Roman" panose="02020603050405020304" pitchFamily="18" charset="0"/>
                <a:cs typeface="Times New Roman" panose="02020603050405020304" pitchFamily="18" charset="0"/>
              </a:rPr>
              <a:t>Figure 1</a:t>
            </a:r>
            <a:r>
              <a:rPr lang="en-US" sz="4000" dirty="0">
                <a:latin typeface="Times New Roman" panose="02020603050405020304" pitchFamily="18" charset="0"/>
                <a:cs typeface="Times New Roman" panose="02020603050405020304" pitchFamily="18" charset="0"/>
              </a:rPr>
              <a:t>. These are the practical applications for Nb4C3Tx, but we conduct thermal analysis to understand the physical limitations because there is not much research behind Nb4C3’s thermal properties.</a:t>
            </a:r>
          </a:p>
          <a:p>
            <a:endParaRPr lang="en-US" sz="4000" dirty="0"/>
          </a:p>
        </p:txBody>
      </p:sp>
      <p:pic>
        <p:nvPicPr>
          <p:cNvPr id="40" name="Picture 39">
            <a:extLst>
              <a:ext uri="{FF2B5EF4-FFF2-40B4-BE49-F238E27FC236}">
                <a16:creationId xmlns:a16="http://schemas.microsoft.com/office/drawing/2014/main" id="{191890C7-F3F2-9485-A566-DC83DCD374AF}"/>
              </a:ext>
            </a:extLst>
          </p:cNvPr>
          <p:cNvPicPr>
            <a:picLocks noChangeAspect="1"/>
          </p:cNvPicPr>
          <p:nvPr/>
        </p:nvPicPr>
        <p:blipFill>
          <a:blip r:embed="rId10"/>
          <a:stretch>
            <a:fillRect/>
          </a:stretch>
        </p:blipFill>
        <p:spPr>
          <a:xfrm>
            <a:off x="14473180" y="20528272"/>
            <a:ext cx="13716312" cy="5231585"/>
          </a:xfrm>
          <a:prstGeom prst="rect">
            <a:avLst/>
          </a:prstGeom>
        </p:spPr>
      </p:pic>
      <p:pic>
        <p:nvPicPr>
          <p:cNvPr id="52" name="Picture 51" descr="A diagram of a power supply system&#10;&#10;AI-generated content may be incorrect.">
            <a:extLst>
              <a:ext uri="{FF2B5EF4-FFF2-40B4-BE49-F238E27FC236}">
                <a16:creationId xmlns:a16="http://schemas.microsoft.com/office/drawing/2014/main" id="{C903C795-4FB5-16F6-ACF6-B784013BAF50}"/>
              </a:ext>
            </a:extLst>
          </p:cNvPr>
          <p:cNvPicPr>
            <a:picLocks noChangeAspect="1"/>
          </p:cNvPicPr>
          <p:nvPr/>
        </p:nvPicPr>
        <p:blipFill>
          <a:blip r:embed="rId11"/>
          <a:stretch>
            <a:fillRect/>
          </a:stretch>
        </p:blipFill>
        <p:spPr>
          <a:xfrm>
            <a:off x="1282273" y="21488014"/>
            <a:ext cx="11098695" cy="7399130"/>
          </a:xfrm>
          <a:prstGeom prst="rect">
            <a:avLst/>
          </a:prstGeom>
        </p:spPr>
      </p:pic>
    </p:spTree>
    <p:extLst>
      <p:ext uri="{BB962C8B-B14F-4D97-AF65-F5344CB8AC3E}">
        <p14:creationId xmlns:p14="http://schemas.microsoft.com/office/powerpoint/2010/main" val="3370274856"/>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Facet</Template>
  <TotalTime>433</TotalTime>
  <Words>743</Words>
  <Application>Microsoft Office PowerPoint</Application>
  <PresentationFormat>Custom</PresentationFormat>
  <Paragraphs>57</Paragraphs>
  <Slides>1</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vt:i4>
      </vt:variant>
    </vt:vector>
  </HeadingPairs>
  <TitlesOfParts>
    <vt:vector size="8" baseType="lpstr">
      <vt:lpstr>Arial</vt:lpstr>
      <vt:lpstr>Calibri</vt:lpstr>
      <vt:lpstr>Open Sans</vt:lpstr>
      <vt:lpstr>Times New Roman</vt:lpstr>
      <vt:lpstr>Trebuchet MS</vt:lpstr>
      <vt:lpstr>Wingdings 3</vt:lpstr>
      <vt:lpstr>Facet</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Robert Younts</dc:creator>
  <cp:lastModifiedBy>Evans, Jianna B</cp:lastModifiedBy>
  <cp:revision>5</cp:revision>
  <dcterms:created xsi:type="dcterms:W3CDTF">2015-07-13T15:21:49Z</dcterms:created>
  <dcterms:modified xsi:type="dcterms:W3CDTF">2025-05-28T17:32:19Z</dcterms:modified>
</cp:coreProperties>
</file>