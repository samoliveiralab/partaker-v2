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5" r:id="rId1"/>
  </p:sldMasterIdLst>
  <p:notesMasterIdLst>
    <p:notesMasterId r:id="rId3"/>
  </p:notesMasterIdLst>
  <p:sldIdLst>
    <p:sldId id="256" r:id="rId2"/>
  </p:sldIdLst>
  <p:sldSz cx="43891200" cy="329184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368" userDrawn="1">
          <p15:clr>
            <a:srgbClr val="A4A3A4"/>
          </p15:clr>
        </p15:guide>
        <p15:guide id="2" pos="18432" userDrawn="1">
          <p15:clr>
            <a:srgbClr val="A4A3A4"/>
          </p15:clr>
        </p15:guide>
        <p15:guide id="3" orient="horz" pos="18931" userDrawn="1">
          <p15:clr>
            <a:srgbClr val="A4A3A4"/>
          </p15:clr>
        </p15:guide>
        <p15:guide id="4" pos="952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0C0"/>
    <a:srgbClr val="F2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735278C-B872-4387-9E3F-6CBF08708815}" v="1" dt="2023-10-25T01:39:17.585"/>
    <p1510:client id="{B68B0C15-A2F6-44AC-8A48-6B178DC34F3C}" v="932" dt="2023-10-24T17:42:00.10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7" d="100"/>
          <a:sy n="17" d="100"/>
        </p:scale>
        <p:origin x="212" y="-824"/>
      </p:cViewPr>
      <p:guideLst>
        <p:guide orient="horz" pos="10368"/>
        <p:guide pos="18432"/>
        <p:guide orient="horz" pos="18931"/>
        <p:guide pos="9523"/>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6/11/relationships/changesInfo" Target="changesInfos/changesInfo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 Id="rId9"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autam, Bhoj R" userId="12df41df-f6ce-404f-ba8f-7efa450a3160" providerId="ADAL" clId="{370A3828-984F-416E-9525-0B8B0C39355E}"/>
    <pc:docChg chg="undo custSel modSld">
      <pc:chgData name="Gautam, Bhoj R" userId="12df41df-f6ce-404f-ba8f-7efa450a3160" providerId="ADAL" clId="{370A3828-984F-416E-9525-0B8B0C39355E}" dt="2023-10-24T11:42:50.138" v="40" actId="1076"/>
      <pc:docMkLst>
        <pc:docMk/>
      </pc:docMkLst>
      <pc:sldChg chg="delSp modSp mod">
        <pc:chgData name="Gautam, Bhoj R" userId="12df41df-f6ce-404f-ba8f-7efa450a3160" providerId="ADAL" clId="{370A3828-984F-416E-9525-0B8B0C39355E}" dt="2023-10-24T11:42:50.138" v="40" actId="1076"/>
        <pc:sldMkLst>
          <pc:docMk/>
          <pc:sldMk cId="3370274856" sldId="256"/>
        </pc:sldMkLst>
        <pc:spChg chg="mod">
          <ac:chgData name="Gautam, Bhoj R" userId="12df41df-f6ce-404f-ba8f-7efa450a3160" providerId="ADAL" clId="{370A3828-984F-416E-9525-0B8B0C39355E}" dt="2023-10-20T18:01:44.248" v="38" actId="20577"/>
          <ac:spMkLst>
            <pc:docMk/>
            <pc:sldMk cId="3370274856" sldId="256"/>
            <ac:spMk id="4" creationId="{00000000-0000-0000-0000-000000000000}"/>
          </ac:spMkLst>
        </pc:spChg>
        <pc:spChg chg="del">
          <ac:chgData name="Gautam, Bhoj R" userId="12df41df-f6ce-404f-ba8f-7efa450a3160" providerId="ADAL" clId="{370A3828-984F-416E-9525-0B8B0C39355E}" dt="2023-10-20T17:55:32.258" v="5" actId="478"/>
          <ac:spMkLst>
            <pc:docMk/>
            <pc:sldMk cId="3370274856" sldId="256"/>
            <ac:spMk id="21" creationId="{B7CEB317-15E5-4695-8ED2-69EF4B78DE81}"/>
          </ac:spMkLst>
        </pc:spChg>
        <pc:spChg chg="mod">
          <ac:chgData name="Gautam, Bhoj R" userId="12df41df-f6ce-404f-ba8f-7efa450a3160" providerId="ADAL" clId="{370A3828-984F-416E-9525-0B8B0C39355E}" dt="2023-10-20T17:59:58.582" v="27" actId="14100"/>
          <ac:spMkLst>
            <pc:docMk/>
            <pc:sldMk cId="3370274856" sldId="256"/>
            <ac:spMk id="80" creationId="{957AA64E-7DD5-4C95-9D25-6E576DCB3FD3}"/>
          </ac:spMkLst>
        </pc:spChg>
        <pc:graphicFrameChg chg="del">
          <ac:chgData name="Gautam, Bhoj R" userId="12df41df-f6ce-404f-ba8f-7efa450a3160" providerId="ADAL" clId="{370A3828-984F-416E-9525-0B8B0C39355E}" dt="2023-10-20T17:48:21.081" v="1" actId="478"/>
          <ac:graphicFrameMkLst>
            <pc:docMk/>
            <pc:sldMk cId="3370274856" sldId="256"/>
            <ac:graphicFrameMk id="77" creationId="{6AFDA9AD-5960-4DB6-88EE-40EE1257180E}"/>
          </ac:graphicFrameMkLst>
        </pc:graphicFrameChg>
        <pc:graphicFrameChg chg="del">
          <ac:chgData name="Gautam, Bhoj R" userId="12df41df-f6ce-404f-ba8f-7efa450a3160" providerId="ADAL" clId="{370A3828-984F-416E-9525-0B8B0C39355E}" dt="2023-10-20T17:48:17.301" v="0" actId="478"/>
          <ac:graphicFrameMkLst>
            <pc:docMk/>
            <pc:sldMk cId="3370274856" sldId="256"/>
            <ac:graphicFrameMk id="85" creationId="{E926145E-2469-4C6A-8711-BAE2BB9D3C06}"/>
          </ac:graphicFrameMkLst>
        </pc:graphicFrameChg>
        <pc:picChg chg="del">
          <ac:chgData name="Gautam, Bhoj R" userId="12df41df-f6ce-404f-ba8f-7efa450a3160" providerId="ADAL" clId="{370A3828-984F-416E-9525-0B8B0C39355E}" dt="2023-10-20T18:01:16.964" v="32" actId="478"/>
          <ac:picMkLst>
            <pc:docMk/>
            <pc:sldMk cId="3370274856" sldId="256"/>
            <ac:picMk id="20" creationId="{3B2E006A-FA18-4444-AEAA-FE67B5BA964B}"/>
          </ac:picMkLst>
        </pc:picChg>
        <pc:picChg chg="mod">
          <ac:chgData name="Gautam, Bhoj R" userId="12df41df-f6ce-404f-ba8f-7efa450a3160" providerId="ADAL" clId="{370A3828-984F-416E-9525-0B8B0C39355E}" dt="2023-10-20T18:01:42.222" v="37" actId="1076"/>
          <ac:picMkLst>
            <pc:docMk/>
            <pc:sldMk cId="3370274856" sldId="256"/>
            <ac:picMk id="28" creationId="{F0FCDFD9-E4BE-4777-84DB-A9870B3077C2}"/>
          </ac:picMkLst>
        </pc:picChg>
        <pc:picChg chg="mod">
          <ac:chgData name="Gautam, Bhoj R" userId="12df41df-f6ce-404f-ba8f-7efa450a3160" providerId="ADAL" clId="{370A3828-984F-416E-9525-0B8B0C39355E}" dt="2023-10-20T18:01:49.245" v="39" actId="14100"/>
          <ac:picMkLst>
            <pc:docMk/>
            <pc:sldMk cId="3370274856" sldId="256"/>
            <ac:picMk id="37" creationId="{9F0D3F37-4EC8-4330-BAAC-96FD61971483}"/>
          </ac:picMkLst>
        </pc:picChg>
        <pc:picChg chg="mod">
          <ac:chgData name="Gautam, Bhoj R" userId="12df41df-f6ce-404f-ba8f-7efa450a3160" providerId="ADAL" clId="{370A3828-984F-416E-9525-0B8B0C39355E}" dt="2023-10-24T11:42:50.138" v="40" actId="1076"/>
          <ac:picMkLst>
            <pc:docMk/>
            <pc:sldMk cId="3370274856" sldId="256"/>
            <ac:picMk id="39" creationId="{EB808B5D-C25B-DF7F-A92B-D49DFC882D7D}"/>
          </ac:picMkLst>
        </pc:picChg>
        <pc:picChg chg="del">
          <ac:chgData name="Gautam, Bhoj R" userId="12df41df-f6ce-404f-ba8f-7efa450a3160" providerId="ADAL" clId="{370A3828-984F-416E-9525-0B8B0C39355E}" dt="2023-10-20T17:55:28.089" v="4" actId="478"/>
          <ac:picMkLst>
            <pc:docMk/>
            <pc:sldMk cId="3370274856" sldId="256"/>
            <ac:picMk id="79" creationId="{173B1F8F-363B-4AFC-858B-E5911F581F95}"/>
          </ac:picMkLst>
        </pc:picChg>
      </pc:sldChg>
    </pc:docChg>
  </pc:docChgLst>
  <pc:docChgLst>
    <pc:chgData name="Gautam, Bhoj R" userId="12df41df-f6ce-404f-ba8f-7efa450a3160" providerId="ADAL" clId="{B68B0C15-A2F6-44AC-8A48-6B178DC34F3C}"/>
    <pc:docChg chg="undo custSel modSld">
      <pc:chgData name="Gautam, Bhoj R" userId="12df41df-f6ce-404f-ba8f-7efa450a3160" providerId="ADAL" clId="{B68B0C15-A2F6-44AC-8A48-6B178DC34F3C}" dt="2023-10-24T17:42:00.109" v="931" actId="255"/>
      <pc:docMkLst>
        <pc:docMk/>
      </pc:docMkLst>
      <pc:sldChg chg="addSp delSp modSp mod">
        <pc:chgData name="Gautam, Bhoj R" userId="12df41df-f6ce-404f-ba8f-7efa450a3160" providerId="ADAL" clId="{B68B0C15-A2F6-44AC-8A48-6B178DC34F3C}" dt="2023-10-24T17:42:00.109" v="931" actId="255"/>
        <pc:sldMkLst>
          <pc:docMk/>
          <pc:sldMk cId="3370274856" sldId="256"/>
        </pc:sldMkLst>
        <pc:spChg chg="mod">
          <ac:chgData name="Gautam, Bhoj R" userId="12df41df-f6ce-404f-ba8f-7efa450a3160" providerId="ADAL" clId="{B68B0C15-A2F6-44AC-8A48-6B178DC34F3C}" dt="2023-10-24T17:42:00.109" v="931" actId="255"/>
          <ac:spMkLst>
            <pc:docMk/>
            <pc:sldMk cId="3370274856" sldId="256"/>
            <ac:spMk id="2" creationId="{00000000-0000-0000-0000-000000000000}"/>
          </ac:spMkLst>
        </pc:spChg>
        <pc:spChg chg="add mod">
          <ac:chgData name="Gautam, Bhoj R" userId="12df41df-f6ce-404f-ba8f-7efa450a3160" providerId="ADAL" clId="{B68B0C15-A2F6-44AC-8A48-6B178DC34F3C}" dt="2023-10-24T16:45:11.817" v="14" actId="20577"/>
          <ac:spMkLst>
            <pc:docMk/>
            <pc:sldMk cId="3370274856" sldId="256"/>
            <ac:spMk id="3" creationId="{910FA4F1-1858-6DC9-E7E1-E33141A5761B}"/>
          </ac:spMkLst>
        </pc:spChg>
        <pc:spChg chg="mod">
          <ac:chgData name="Gautam, Bhoj R" userId="12df41df-f6ce-404f-ba8f-7efa450a3160" providerId="ADAL" clId="{B68B0C15-A2F6-44AC-8A48-6B178DC34F3C}" dt="2023-10-24T17:13:10.414" v="787"/>
          <ac:spMkLst>
            <pc:docMk/>
            <pc:sldMk cId="3370274856" sldId="256"/>
            <ac:spMk id="4" creationId="{00000000-0000-0000-0000-000000000000}"/>
          </ac:spMkLst>
        </pc:spChg>
        <pc:spChg chg="mod">
          <ac:chgData name="Gautam, Bhoj R" userId="12df41df-f6ce-404f-ba8f-7efa450a3160" providerId="ADAL" clId="{B68B0C15-A2F6-44AC-8A48-6B178DC34F3C}" dt="2023-10-24T17:19:32.832" v="826" actId="14100"/>
          <ac:spMkLst>
            <pc:docMk/>
            <pc:sldMk cId="3370274856" sldId="256"/>
            <ac:spMk id="5" creationId="{0035FC34-5C55-4BDF-80A1-BCCBAFF6D269}"/>
          </ac:spMkLst>
        </pc:spChg>
        <pc:spChg chg="mod topLvl">
          <ac:chgData name="Gautam, Bhoj R" userId="12df41df-f6ce-404f-ba8f-7efa450a3160" providerId="ADAL" clId="{B68B0C15-A2F6-44AC-8A48-6B178DC34F3C}" dt="2023-10-24T17:17:50.039" v="818" actId="14100"/>
          <ac:spMkLst>
            <pc:docMk/>
            <pc:sldMk cId="3370274856" sldId="256"/>
            <ac:spMk id="8" creationId="{00000000-0000-0000-0000-000000000000}"/>
          </ac:spMkLst>
        </pc:spChg>
        <pc:spChg chg="mod">
          <ac:chgData name="Gautam, Bhoj R" userId="12df41df-f6ce-404f-ba8f-7efa450a3160" providerId="ADAL" clId="{B68B0C15-A2F6-44AC-8A48-6B178DC34F3C}" dt="2023-10-24T17:20:06.754" v="830" actId="14100"/>
          <ac:spMkLst>
            <pc:docMk/>
            <pc:sldMk cId="3370274856" sldId="256"/>
            <ac:spMk id="10" creationId="{8D443C93-6C33-4447-3E1A-772B196F7D0D}"/>
          </ac:spMkLst>
        </pc:spChg>
        <pc:spChg chg="mod topLvl">
          <ac:chgData name="Gautam, Bhoj R" userId="12df41df-f6ce-404f-ba8f-7efa450a3160" providerId="ADAL" clId="{B68B0C15-A2F6-44AC-8A48-6B178DC34F3C}" dt="2023-10-24T17:18:21.455" v="821" actId="1076"/>
          <ac:spMkLst>
            <pc:docMk/>
            <pc:sldMk cId="3370274856" sldId="256"/>
            <ac:spMk id="12" creationId="{BC7664ED-0BAB-46BE-8F86-DF005E71809A}"/>
          </ac:spMkLst>
        </pc:spChg>
        <pc:spChg chg="del mod">
          <ac:chgData name="Gautam, Bhoj R" userId="12df41df-f6ce-404f-ba8f-7efa450a3160" providerId="ADAL" clId="{B68B0C15-A2F6-44AC-8A48-6B178DC34F3C}" dt="2023-10-24T16:52:27.870" v="78" actId="478"/>
          <ac:spMkLst>
            <pc:docMk/>
            <pc:sldMk cId="3370274856" sldId="256"/>
            <ac:spMk id="13" creationId="{00000000-0000-0000-0000-000000000000}"/>
          </ac:spMkLst>
        </pc:spChg>
        <pc:spChg chg="add mod">
          <ac:chgData name="Gautam, Bhoj R" userId="12df41df-f6ce-404f-ba8f-7efa450a3160" providerId="ADAL" clId="{B68B0C15-A2F6-44AC-8A48-6B178DC34F3C}" dt="2023-10-24T17:08:39.227" v="720" actId="1076"/>
          <ac:spMkLst>
            <pc:docMk/>
            <pc:sldMk cId="3370274856" sldId="256"/>
            <ac:spMk id="14" creationId="{1249B28D-D889-98D9-4C6D-50D82989C86A}"/>
          </ac:spMkLst>
        </pc:spChg>
        <pc:spChg chg="add del mod">
          <ac:chgData name="Gautam, Bhoj R" userId="12df41df-f6ce-404f-ba8f-7efa450a3160" providerId="ADAL" clId="{B68B0C15-A2F6-44AC-8A48-6B178DC34F3C}" dt="2023-10-24T16:53:33.447" v="84" actId="478"/>
          <ac:spMkLst>
            <pc:docMk/>
            <pc:sldMk cId="3370274856" sldId="256"/>
            <ac:spMk id="17" creationId="{0F9548C8-A079-3C8C-5858-B3B08CAFFDE9}"/>
          </ac:spMkLst>
        </pc:spChg>
        <pc:spChg chg="mod">
          <ac:chgData name="Gautam, Bhoj R" userId="12df41df-f6ce-404f-ba8f-7efa450a3160" providerId="ADAL" clId="{B68B0C15-A2F6-44AC-8A48-6B178DC34F3C}" dt="2023-10-24T17:14:51.992" v="794" actId="1076"/>
          <ac:spMkLst>
            <pc:docMk/>
            <pc:sldMk cId="3370274856" sldId="256"/>
            <ac:spMk id="18" creationId="{081A53A7-4FE4-4970-B837-4FA36AED7072}"/>
          </ac:spMkLst>
        </pc:spChg>
        <pc:spChg chg="mod">
          <ac:chgData name="Gautam, Bhoj R" userId="12df41df-f6ce-404f-ba8f-7efa450a3160" providerId="ADAL" clId="{B68B0C15-A2F6-44AC-8A48-6B178DC34F3C}" dt="2023-10-24T17:18:31.183" v="822" actId="1076"/>
          <ac:spMkLst>
            <pc:docMk/>
            <pc:sldMk cId="3370274856" sldId="256"/>
            <ac:spMk id="19" creationId="{0D5C2D31-FF88-42A1-816E-BF6057D605A6}"/>
          </ac:spMkLst>
        </pc:spChg>
        <pc:spChg chg="add mod">
          <ac:chgData name="Gautam, Bhoj R" userId="12df41df-f6ce-404f-ba8f-7efa450a3160" providerId="ADAL" clId="{B68B0C15-A2F6-44AC-8A48-6B178DC34F3C}" dt="2023-10-24T17:15:38.873" v="810" actId="20577"/>
          <ac:spMkLst>
            <pc:docMk/>
            <pc:sldMk cId="3370274856" sldId="256"/>
            <ac:spMk id="20" creationId="{0A8D5A63-65F5-1F72-8D43-137D1CCCC40A}"/>
          </ac:spMkLst>
        </pc:spChg>
        <pc:spChg chg="mod">
          <ac:chgData name="Gautam, Bhoj R" userId="12df41df-f6ce-404f-ba8f-7efa450a3160" providerId="ADAL" clId="{B68B0C15-A2F6-44AC-8A48-6B178DC34F3C}" dt="2023-10-24T17:07:51.475" v="711" actId="14100"/>
          <ac:spMkLst>
            <pc:docMk/>
            <pc:sldMk cId="3370274856" sldId="256"/>
            <ac:spMk id="22" creationId="{00000000-0000-0000-0000-000000000000}"/>
          </ac:spMkLst>
        </pc:spChg>
        <pc:spChg chg="mod">
          <ac:chgData name="Gautam, Bhoj R" userId="12df41df-f6ce-404f-ba8f-7efa450a3160" providerId="ADAL" clId="{B68B0C15-A2F6-44AC-8A48-6B178DC34F3C}" dt="2023-10-24T17:19:48.623" v="828" actId="14100"/>
          <ac:spMkLst>
            <pc:docMk/>
            <pc:sldMk cId="3370274856" sldId="256"/>
            <ac:spMk id="23" creationId="{00000000-0000-0000-0000-000000000000}"/>
          </ac:spMkLst>
        </pc:spChg>
        <pc:spChg chg="add del mod">
          <ac:chgData name="Gautam, Bhoj R" userId="12df41df-f6ce-404f-ba8f-7efa450a3160" providerId="ADAL" clId="{B68B0C15-A2F6-44AC-8A48-6B178DC34F3C}" dt="2023-10-24T16:54:28.325" v="91" actId="478"/>
          <ac:spMkLst>
            <pc:docMk/>
            <pc:sldMk cId="3370274856" sldId="256"/>
            <ac:spMk id="25" creationId="{1D070586-6322-34E0-78AB-162026BE734D}"/>
          </ac:spMkLst>
        </pc:spChg>
        <pc:spChg chg="add mod ord">
          <ac:chgData name="Gautam, Bhoj R" userId="12df41df-f6ce-404f-ba8f-7efa450a3160" providerId="ADAL" clId="{B68B0C15-A2F6-44AC-8A48-6B178DC34F3C}" dt="2023-10-24T16:58:50.728" v="301" actId="14100"/>
          <ac:spMkLst>
            <pc:docMk/>
            <pc:sldMk cId="3370274856" sldId="256"/>
            <ac:spMk id="26" creationId="{09AA7DAF-0F25-3C8F-9675-B79E6B3F2E34}"/>
          </ac:spMkLst>
        </pc:spChg>
        <pc:spChg chg="mod">
          <ac:chgData name="Gautam, Bhoj R" userId="12df41df-f6ce-404f-ba8f-7efa450a3160" providerId="ADAL" clId="{B68B0C15-A2F6-44AC-8A48-6B178DC34F3C}" dt="2023-10-24T17:19:19.719" v="824" actId="14100"/>
          <ac:spMkLst>
            <pc:docMk/>
            <pc:sldMk cId="3370274856" sldId="256"/>
            <ac:spMk id="33" creationId="{00000000-0000-0000-0000-000000000000}"/>
          </ac:spMkLst>
        </pc:spChg>
        <pc:spChg chg="mod">
          <ac:chgData name="Gautam, Bhoj R" userId="12df41df-f6ce-404f-ba8f-7efa450a3160" providerId="ADAL" clId="{B68B0C15-A2F6-44AC-8A48-6B178DC34F3C}" dt="2023-10-24T16:58:32.809" v="299" actId="1076"/>
          <ac:spMkLst>
            <pc:docMk/>
            <pc:sldMk cId="3370274856" sldId="256"/>
            <ac:spMk id="35" creationId="{FB5D70AF-86FD-F685-A584-FCE7C82DC9F7}"/>
          </ac:spMkLst>
        </pc:spChg>
        <pc:spChg chg="mod">
          <ac:chgData name="Gautam, Bhoj R" userId="12df41df-f6ce-404f-ba8f-7efa450a3160" providerId="ADAL" clId="{B68B0C15-A2F6-44AC-8A48-6B178DC34F3C}" dt="2023-10-24T17:07:58.011" v="712" actId="1076"/>
          <ac:spMkLst>
            <pc:docMk/>
            <pc:sldMk cId="3370274856" sldId="256"/>
            <ac:spMk id="38" creationId="{00000000-0000-0000-0000-000000000000}"/>
          </ac:spMkLst>
        </pc:spChg>
        <pc:spChg chg="mod">
          <ac:chgData name="Gautam, Bhoj R" userId="12df41df-f6ce-404f-ba8f-7efa450a3160" providerId="ADAL" clId="{B68B0C15-A2F6-44AC-8A48-6B178DC34F3C}" dt="2023-10-24T16:55:58.596" v="204" actId="12"/>
          <ac:spMkLst>
            <pc:docMk/>
            <pc:sldMk cId="3370274856" sldId="256"/>
            <ac:spMk id="42" creationId="{2E420BFB-2DFF-44F0-96CB-68CCB1A08EF5}"/>
          </ac:spMkLst>
        </pc:spChg>
        <pc:spChg chg="del mod">
          <ac:chgData name="Gautam, Bhoj R" userId="12df41df-f6ce-404f-ba8f-7efa450a3160" providerId="ADAL" clId="{B68B0C15-A2F6-44AC-8A48-6B178DC34F3C}" dt="2023-10-24T16:57:59.602" v="295" actId="478"/>
          <ac:spMkLst>
            <pc:docMk/>
            <pc:sldMk cId="3370274856" sldId="256"/>
            <ac:spMk id="43" creationId="{32D681A8-5798-40F1-B542-0293BDD3064E}"/>
          </ac:spMkLst>
        </pc:spChg>
        <pc:spChg chg="del mod">
          <ac:chgData name="Gautam, Bhoj R" userId="12df41df-f6ce-404f-ba8f-7efa450a3160" providerId="ADAL" clId="{B68B0C15-A2F6-44AC-8A48-6B178DC34F3C}" dt="2023-10-24T16:44:49.279" v="4" actId="478"/>
          <ac:spMkLst>
            <pc:docMk/>
            <pc:sldMk cId="3370274856" sldId="256"/>
            <ac:spMk id="44" creationId="{12BA7DB5-EFED-41C0-AD5D-CD91E363E228}"/>
          </ac:spMkLst>
        </pc:spChg>
        <pc:spChg chg="mod">
          <ac:chgData name="Gautam, Bhoj R" userId="12df41df-f6ce-404f-ba8f-7efa450a3160" providerId="ADAL" clId="{B68B0C15-A2F6-44AC-8A48-6B178DC34F3C}" dt="2023-10-24T16:56:18.179" v="207" actId="14100"/>
          <ac:spMkLst>
            <pc:docMk/>
            <pc:sldMk cId="3370274856" sldId="256"/>
            <ac:spMk id="54" creationId="{0DD29062-CE5C-4FB6-B21E-962581B655DE}"/>
          </ac:spMkLst>
        </pc:spChg>
        <pc:spChg chg="mod">
          <ac:chgData name="Gautam, Bhoj R" userId="12df41df-f6ce-404f-ba8f-7efa450a3160" providerId="ADAL" clId="{B68B0C15-A2F6-44AC-8A48-6B178DC34F3C}" dt="2023-10-24T17:19:09.727" v="823" actId="14100"/>
          <ac:spMkLst>
            <pc:docMk/>
            <pc:sldMk cId="3370274856" sldId="256"/>
            <ac:spMk id="55" creationId="{00000000-0000-0000-0000-000000000000}"/>
          </ac:spMkLst>
        </pc:spChg>
        <pc:spChg chg="mod">
          <ac:chgData name="Gautam, Bhoj R" userId="12df41df-f6ce-404f-ba8f-7efa450a3160" providerId="ADAL" clId="{B68B0C15-A2F6-44AC-8A48-6B178DC34F3C}" dt="2023-10-24T17:20:34.374" v="832" actId="1076"/>
          <ac:spMkLst>
            <pc:docMk/>
            <pc:sldMk cId="3370274856" sldId="256"/>
            <ac:spMk id="60" creationId="{0F6FAED0-79F9-4023-A782-8D9A13E46F37}"/>
          </ac:spMkLst>
        </pc:spChg>
        <pc:spChg chg="mod">
          <ac:chgData name="Gautam, Bhoj R" userId="12df41df-f6ce-404f-ba8f-7efa450a3160" providerId="ADAL" clId="{B68B0C15-A2F6-44AC-8A48-6B178DC34F3C}" dt="2023-10-24T16:58:24.953" v="298" actId="1076"/>
          <ac:spMkLst>
            <pc:docMk/>
            <pc:sldMk cId="3370274856" sldId="256"/>
            <ac:spMk id="72" creationId="{E1FC58D3-238F-4460-AFA9-55795A692EF2}"/>
          </ac:spMkLst>
        </pc:spChg>
        <pc:spChg chg="mod">
          <ac:chgData name="Gautam, Bhoj R" userId="12df41df-f6ce-404f-ba8f-7efa450a3160" providerId="ADAL" clId="{B68B0C15-A2F6-44AC-8A48-6B178DC34F3C}" dt="2023-10-24T17:19:39.295" v="827" actId="14100"/>
          <ac:spMkLst>
            <pc:docMk/>
            <pc:sldMk cId="3370274856" sldId="256"/>
            <ac:spMk id="73" creationId="{857CA6E8-98E8-42FF-9B6E-CCC4AD82C303}"/>
          </ac:spMkLst>
        </pc:spChg>
        <pc:spChg chg="mod">
          <ac:chgData name="Gautam, Bhoj R" userId="12df41df-f6ce-404f-ba8f-7efa450a3160" providerId="ADAL" clId="{B68B0C15-A2F6-44AC-8A48-6B178DC34F3C}" dt="2023-10-24T16:56:57.409" v="208" actId="1076"/>
          <ac:spMkLst>
            <pc:docMk/>
            <pc:sldMk cId="3370274856" sldId="256"/>
            <ac:spMk id="74" creationId="{EDE19D5D-01F5-4D93-925B-FDC37B7584D8}"/>
          </ac:spMkLst>
        </pc:spChg>
        <pc:spChg chg="del">
          <ac:chgData name="Gautam, Bhoj R" userId="12df41df-f6ce-404f-ba8f-7efa450a3160" providerId="ADAL" clId="{B68B0C15-A2F6-44AC-8A48-6B178DC34F3C}" dt="2023-10-24T16:57:06.003" v="209" actId="478"/>
          <ac:spMkLst>
            <pc:docMk/>
            <pc:sldMk cId="3370274856" sldId="256"/>
            <ac:spMk id="75" creationId="{0DBF6431-487B-4180-A457-2758C547C59C}"/>
          </ac:spMkLst>
        </pc:spChg>
        <pc:spChg chg="mod">
          <ac:chgData name="Gautam, Bhoj R" userId="12df41df-f6ce-404f-ba8f-7efa450a3160" providerId="ADAL" clId="{B68B0C15-A2F6-44AC-8A48-6B178DC34F3C}" dt="2023-10-24T16:56:08.643" v="206" actId="1076"/>
          <ac:spMkLst>
            <pc:docMk/>
            <pc:sldMk cId="3370274856" sldId="256"/>
            <ac:spMk id="76" creationId="{51BC9FB9-6DC5-406B-A781-5E024292BD08}"/>
          </ac:spMkLst>
        </pc:spChg>
        <pc:spChg chg="del">
          <ac:chgData name="Gautam, Bhoj R" userId="12df41df-f6ce-404f-ba8f-7efa450a3160" providerId="ADAL" clId="{B68B0C15-A2F6-44AC-8A48-6B178DC34F3C}" dt="2023-10-24T16:44:54.917" v="5" actId="478"/>
          <ac:spMkLst>
            <pc:docMk/>
            <pc:sldMk cId="3370274856" sldId="256"/>
            <ac:spMk id="78" creationId="{44597764-B84C-4890-A0AC-09D44945BB02}"/>
          </ac:spMkLst>
        </pc:spChg>
        <pc:spChg chg="mod">
          <ac:chgData name="Gautam, Bhoj R" userId="12df41df-f6ce-404f-ba8f-7efa450a3160" providerId="ADAL" clId="{B68B0C15-A2F6-44AC-8A48-6B178DC34F3C}" dt="2023-10-24T17:15:47.737" v="815" actId="20577"/>
          <ac:spMkLst>
            <pc:docMk/>
            <pc:sldMk cId="3370274856" sldId="256"/>
            <ac:spMk id="81" creationId="{68E52139-CF5B-4F16-B2AA-638D723F3C59}"/>
          </ac:spMkLst>
        </pc:spChg>
        <pc:spChg chg="del">
          <ac:chgData name="Gautam, Bhoj R" userId="12df41df-f6ce-404f-ba8f-7efa450a3160" providerId="ADAL" clId="{B68B0C15-A2F6-44AC-8A48-6B178DC34F3C}" dt="2023-10-24T16:44:54.917" v="5" actId="478"/>
          <ac:spMkLst>
            <pc:docMk/>
            <pc:sldMk cId="3370274856" sldId="256"/>
            <ac:spMk id="82" creationId="{26C83CCA-22E5-40A8-B1B5-8D1BC3B74463}"/>
          </ac:spMkLst>
        </pc:spChg>
        <pc:spChg chg="mod">
          <ac:chgData name="Gautam, Bhoj R" userId="12df41df-f6ce-404f-ba8f-7efa450a3160" providerId="ADAL" clId="{B68B0C15-A2F6-44AC-8A48-6B178DC34F3C}" dt="2023-10-24T17:20:23.206" v="831" actId="1076"/>
          <ac:spMkLst>
            <pc:docMk/>
            <pc:sldMk cId="3370274856" sldId="256"/>
            <ac:spMk id="183" creationId="{00000000-0000-0000-0000-000000000000}"/>
          </ac:spMkLst>
        </pc:spChg>
        <pc:grpChg chg="del mod">
          <ac:chgData name="Gautam, Bhoj R" userId="12df41df-f6ce-404f-ba8f-7efa450a3160" providerId="ADAL" clId="{B68B0C15-A2F6-44AC-8A48-6B178DC34F3C}" dt="2023-10-24T17:17:42.945" v="817" actId="165"/>
          <ac:grpSpMkLst>
            <pc:docMk/>
            <pc:sldMk cId="3370274856" sldId="256"/>
            <ac:grpSpMk id="31" creationId="{D179AEA8-4007-440F-B2A6-34110A146228}"/>
          </ac:grpSpMkLst>
        </pc:grpChg>
        <pc:graphicFrameChg chg="add del mod">
          <ac:chgData name="Gautam, Bhoj R" userId="12df41df-f6ce-404f-ba8f-7efa450a3160" providerId="ADAL" clId="{B68B0C15-A2F6-44AC-8A48-6B178DC34F3C}" dt="2023-10-24T16:53:33.447" v="84" actId="478"/>
          <ac:graphicFrameMkLst>
            <pc:docMk/>
            <pc:sldMk cId="3370274856" sldId="256"/>
            <ac:graphicFrameMk id="16" creationId="{68DC3A45-DB15-2175-A1CE-DAD15F5DB032}"/>
          </ac:graphicFrameMkLst>
        </pc:graphicFrameChg>
        <pc:picChg chg="add mod">
          <ac:chgData name="Gautam, Bhoj R" userId="12df41df-f6ce-404f-ba8f-7efa450a3160" providerId="ADAL" clId="{B68B0C15-A2F6-44AC-8A48-6B178DC34F3C}" dt="2023-10-24T17:08:32.331" v="719" actId="1076"/>
          <ac:picMkLst>
            <pc:docMk/>
            <pc:sldMk cId="3370274856" sldId="256"/>
            <ac:picMk id="6" creationId="{92336037-4769-AE7C-E775-C813CC7C0251}"/>
          </ac:picMkLst>
        </pc:picChg>
        <pc:picChg chg="del mod">
          <ac:chgData name="Gautam, Bhoj R" userId="12df41df-f6ce-404f-ba8f-7efa450a3160" providerId="ADAL" clId="{B68B0C15-A2F6-44AC-8A48-6B178DC34F3C}" dt="2023-10-24T16:57:16.818" v="211" actId="478"/>
          <ac:picMkLst>
            <pc:docMk/>
            <pc:sldMk cId="3370274856" sldId="256"/>
            <ac:picMk id="15" creationId="{03C81165-3EE6-4132-922F-77CC3CCB1CB3}"/>
          </ac:picMkLst>
        </pc:picChg>
        <pc:picChg chg="add mod">
          <ac:chgData name="Gautam, Bhoj R" userId="12df41df-f6ce-404f-ba8f-7efa450a3160" providerId="ADAL" clId="{B68B0C15-A2F6-44AC-8A48-6B178DC34F3C}" dt="2023-10-24T17:14:34.553" v="792" actId="1076"/>
          <ac:picMkLst>
            <pc:docMk/>
            <pc:sldMk cId="3370274856" sldId="256"/>
            <ac:picMk id="29" creationId="{B74324D6-71F4-B1CE-6750-E3A1040B388D}"/>
          </ac:picMkLst>
        </pc:picChg>
      </pc:sldChg>
    </pc:docChg>
  </pc:docChgLst>
  <pc:docChgLst>
    <pc:chgData name="Gautam, Bhoj R" userId="12df41df-f6ce-404f-ba8f-7efa450a3160" providerId="ADAL" clId="{6735278C-B872-4387-9E3F-6CBF08708815}"/>
    <pc:docChg chg="undo custSel modSld">
      <pc:chgData name="Gautam, Bhoj R" userId="12df41df-f6ce-404f-ba8f-7efa450a3160" providerId="ADAL" clId="{6735278C-B872-4387-9E3F-6CBF08708815}" dt="2023-10-25T01:43:05.973" v="826" actId="1076"/>
      <pc:docMkLst>
        <pc:docMk/>
      </pc:docMkLst>
      <pc:sldChg chg="addSp delSp modSp mod">
        <pc:chgData name="Gautam, Bhoj R" userId="12df41df-f6ce-404f-ba8f-7efa450a3160" providerId="ADAL" clId="{6735278C-B872-4387-9E3F-6CBF08708815}" dt="2023-10-25T01:43:05.973" v="826" actId="1076"/>
        <pc:sldMkLst>
          <pc:docMk/>
          <pc:sldMk cId="3370274856" sldId="256"/>
        </pc:sldMkLst>
        <pc:spChg chg="mod">
          <ac:chgData name="Gautam, Bhoj R" userId="12df41df-f6ce-404f-ba8f-7efa450a3160" providerId="ADAL" clId="{6735278C-B872-4387-9E3F-6CBF08708815}" dt="2023-10-21T12:59:01.619" v="52" actId="20577"/>
          <ac:spMkLst>
            <pc:docMk/>
            <pc:sldMk cId="3370274856" sldId="256"/>
            <ac:spMk id="4" creationId="{00000000-0000-0000-0000-000000000000}"/>
          </ac:spMkLst>
        </pc:spChg>
        <pc:spChg chg="add del">
          <ac:chgData name="Gautam, Bhoj R" userId="12df41df-f6ce-404f-ba8f-7efa450a3160" providerId="ADAL" clId="{6735278C-B872-4387-9E3F-6CBF08708815}" dt="2023-10-21T13:01:33.074" v="56" actId="22"/>
          <ac:spMkLst>
            <pc:docMk/>
            <pc:sldMk cId="3370274856" sldId="256"/>
            <ac:spMk id="7" creationId="{7D6952DC-296C-C0F1-AA67-A4D497C73B96}"/>
          </ac:spMkLst>
        </pc:spChg>
        <pc:spChg chg="mod">
          <ac:chgData name="Gautam, Bhoj R" userId="12df41df-f6ce-404f-ba8f-7efa450a3160" providerId="ADAL" clId="{6735278C-B872-4387-9E3F-6CBF08708815}" dt="2023-10-21T13:32:12.250" v="782" actId="165"/>
          <ac:spMkLst>
            <pc:docMk/>
            <pc:sldMk cId="3370274856" sldId="256"/>
            <ac:spMk id="8" creationId="{00000000-0000-0000-0000-000000000000}"/>
          </ac:spMkLst>
        </pc:spChg>
        <pc:spChg chg="add mod">
          <ac:chgData name="Gautam, Bhoj R" userId="12df41df-f6ce-404f-ba8f-7efa450a3160" providerId="ADAL" clId="{6735278C-B872-4387-9E3F-6CBF08708815}" dt="2023-10-21T13:30:46.229" v="773" actId="1076"/>
          <ac:spMkLst>
            <pc:docMk/>
            <pc:sldMk cId="3370274856" sldId="256"/>
            <ac:spMk id="10" creationId="{8D443C93-6C33-4447-3E1A-772B196F7D0D}"/>
          </ac:spMkLst>
        </pc:spChg>
        <pc:spChg chg="add mod">
          <ac:chgData name="Gautam, Bhoj R" userId="12df41df-f6ce-404f-ba8f-7efa450a3160" providerId="ADAL" clId="{6735278C-B872-4387-9E3F-6CBF08708815}" dt="2023-10-21T13:30:34.963" v="771" actId="1076"/>
          <ac:spMkLst>
            <pc:docMk/>
            <pc:sldMk cId="3370274856" sldId="256"/>
            <ac:spMk id="11" creationId="{125F7515-C3AB-4B4F-A7FF-AC9201AE0F1C}"/>
          </ac:spMkLst>
        </pc:spChg>
        <pc:spChg chg="mod">
          <ac:chgData name="Gautam, Bhoj R" userId="12df41df-f6ce-404f-ba8f-7efa450a3160" providerId="ADAL" clId="{6735278C-B872-4387-9E3F-6CBF08708815}" dt="2023-10-21T13:33:50.682" v="792" actId="1076"/>
          <ac:spMkLst>
            <pc:docMk/>
            <pc:sldMk cId="3370274856" sldId="256"/>
            <ac:spMk id="12" creationId="{BC7664ED-0BAB-46BE-8F86-DF005E71809A}"/>
          </ac:spMkLst>
        </pc:spChg>
        <pc:spChg chg="mod">
          <ac:chgData name="Gautam, Bhoj R" userId="12df41df-f6ce-404f-ba8f-7efa450a3160" providerId="ADAL" clId="{6735278C-B872-4387-9E3F-6CBF08708815}" dt="2023-10-21T13:27:26.473" v="300" actId="1035"/>
          <ac:spMkLst>
            <pc:docMk/>
            <pc:sldMk cId="3370274856" sldId="256"/>
            <ac:spMk id="18" creationId="{081A53A7-4FE4-4970-B837-4FA36AED7072}"/>
          </ac:spMkLst>
        </pc:spChg>
        <pc:spChg chg="add del mod topLvl">
          <ac:chgData name="Gautam, Bhoj R" userId="12df41df-f6ce-404f-ba8f-7efa450a3160" providerId="ADAL" clId="{6735278C-B872-4387-9E3F-6CBF08708815}" dt="2023-10-21T13:34:04.121" v="794" actId="1076"/>
          <ac:spMkLst>
            <pc:docMk/>
            <pc:sldMk cId="3370274856" sldId="256"/>
            <ac:spMk id="19" creationId="{0D5C2D31-FF88-42A1-816E-BF6057D605A6}"/>
          </ac:spMkLst>
        </pc:spChg>
        <pc:spChg chg="mod">
          <ac:chgData name="Gautam, Bhoj R" userId="12df41df-f6ce-404f-ba8f-7efa450a3160" providerId="ADAL" clId="{6735278C-B872-4387-9E3F-6CBF08708815}" dt="2023-10-25T01:42:23.709" v="822" actId="20577"/>
          <ac:spMkLst>
            <pc:docMk/>
            <pc:sldMk cId="3370274856" sldId="256"/>
            <ac:spMk id="20" creationId="{0A8D5A63-65F5-1F72-8D43-137D1CCCC40A}"/>
          </ac:spMkLst>
        </pc:spChg>
        <pc:spChg chg="add del mod">
          <ac:chgData name="Gautam, Bhoj R" userId="12df41df-f6ce-404f-ba8f-7efa450a3160" providerId="ADAL" clId="{6735278C-B872-4387-9E3F-6CBF08708815}" dt="2023-10-21T13:28:29.521" v="307"/>
          <ac:spMkLst>
            <pc:docMk/>
            <pc:sldMk cId="3370274856" sldId="256"/>
            <ac:spMk id="20" creationId="{FE2264A5-8EF8-7340-DC97-CC5B62215D0F}"/>
          </ac:spMkLst>
        </pc:spChg>
        <pc:spChg chg="add mod">
          <ac:chgData name="Gautam, Bhoj R" userId="12df41df-f6ce-404f-ba8f-7efa450a3160" providerId="ADAL" clId="{6735278C-B872-4387-9E3F-6CBF08708815}" dt="2023-10-21T13:29:15.990" v="763" actId="1036"/>
          <ac:spMkLst>
            <pc:docMk/>
            <pc:sldMk cId="3370274856" sldId="256"/>
            <ac:spMk id="21" creationId="{42533C1E-0C8E-531D-48F8-951D044206BC}"/>
          </ac:spMkLst>
        </pc:spChg>
        <pc:spChg chg="del mod topLvl">
          <ac:chgData name="Gautam, Bhoj R" userId="12df41df-f6ce-404f-ba8f-7efa450a3160" providerId="ADAL" clId="{6735278C-B872-4387-9E3F-6CBF08708815}" dt="2023-10-21T12:57:14.796" v="34"/>
          <ac:spMkLst>
            <pc:docMk/>
            <pc:sldMk cId="3370274856" sldId="256"/>
            <ac:spMk id="24" creationId="{EBB0FED6-1BE4-4AB3-8D4C-E96EBF4886E7}"/>
          </ac:spMkLst>
        </pc:spChg>
        <pc:spChg chg="del mod topLvl">
          <ac:chgData name="Gautam, Bhoj R" userId="12df41df-f6ce-404f-ba8f-7efa450a3160" providerId="ADAL" clId="{6735278C-B872-4387-9E3F-6CBF08708815}" dt="2023-10-21T13:26:27.361" v="132" actId="478"/>
          <ac:spMkLst>
            <pc:docMk/>
            <pc:sldMk cId="3370274856" sldId="256"/>
            <ac:spMk id="30" creationId="{00000000-0000-0000-0000-000000000000}"/>
          </ac:spMkLst>
        </pc:spChg>
        <pc:spChg chg="add mod">
          <ac:chgData name="Gautam, Bhoj R" userId="12df41df-f6ce-404f-ba8f-7efa450a3160" providerId="ADAL" clId="{6735278C-B872-4387-9E3F-6CBF08708815}" dt="2023-10-25T01:42:37.107" v="825" actId="20577"/>
          <ac:spMkLst>
            <pc:docMk/>
            <pc:sldMk cId="3370274856" sldId="256"/>
            <ac:spMk id="35" creationId="{FB5D70AF-86FD-F685-A584-FCE7C82DC9F7}"/>
          </ac:spMkLst>
        </pc:spChg>
        <pc:spChg chg="del mod">
          <ac:chgData name="Gautam, Bhoj R" userId="12df41df-f6ce-404f-ba8f-7efa450a3160" providerId="ADAL" clId="{6735278C-B872-4387-9E3F-6CBF08708815}" dt="2023-10-21T13:26:23.903" v="130" actId="478"/>
          <ac:spMkLst>
            <pc:docMk/>
            <pc:sldMk cId="3370274856" sldId="256"/>
            <ac:spMk id="36" creationId="{65C5612C-3877-46A6-B4F1-34173EDCB8F6}"/>
          </ac:spMkLst>
        </pc:spChg>
        <pc:spChg chg="mod">
          <ac:chgData name="Gautam, Bhoj R" userId="12df41df-f6ce-404f-ba8f-7efa450a3160" providerId="ADAL" clId="{6735278C-B872-4387-9E3F-6CBF08708815}" dt="2023-10-25T01:43:05.973" v="826" actId="1076"/>
          <ac:spMkLst>
            <pc:docMk/>
            <pc:sldMk cId="3370274856" sldId="256"/>
            <ac:spMk id="38" creationId="{00000000-0000-0000-0000-000000000000}"/>
          </ac:spMkLst>
        </pc:spChg>
        <pc:spChg chg="mod">
          <ac:chgData name="Gautam, Bhoj R" userId="12df41df-f6ce-404f-ba8f-7efa450a3160" providerId="ADAL" clId="{6735278C-B872-4387-9E3F-6CBF08708815}" dt="2023-10-21T13:27:26.473" v="300" actId="1035"/>
          <ac:spMkLst>
            <pc:docMk/>
            <pc:sldMk cId="3370274856" sldId="256"/>
            <ac:spMk id="42" creationId="{2E420BFB-2DFF-44F0-96CB-68CCB1A08EF5}"/>
          </ac:spMkLst>
        </pc:spChg>
        <pc:spChg chg="del mod">
          <ac:chgData name="Gautam, Bhoj R" userId="12df41df-f6ce-404f-ba8f-7efa450a3160" providerId="ADAL" clId="{6735278C-B872-4387-9E3F-6CBF08708815}" dt="2023-10-21T13:27:36.430" v="302" actId="478"/>
          <ac:spMkLst>
            <pc:docMk/>
            <pc:sldMk cId="3370274856" sldId="256"/>
            <ac:spMk id="49" creationId="{605D7915-785F-417F-A935-8A0F19B3D5DD}"/>
          </ac:spMkLst>
        </pc:spChg>
        <pc:spChg chg="del mod topLvl">
          <ac:chgData name="Gautam, Bhoj R" userId="12df41df-f6ce-404f-ba8f-7efa450a3160" providerId="ADAL" clId="{6735278C-B872-4387-9E3F-6CBF08708815}" dt="2023-10-21T13:28:39.909" v="308" actId="21"/>
          <ac:spMkLst>
            <pc:docMk/>
            <pc:sldMk cId="3370274856" sldId="256"/>
            <ac:spMk id="50" creationId="{8A630B05-EF33-4CB2-BD9B-7E48EF2D3918}"/>
          </ac:spMkLst>
        </pc:spChg>
        <pc:spChg chg="mod">
          <ac:chgData name="Gautam, Bhoj R" userId="12df41df-f6ce-404f-ba8f-7efa450a3160" providerId="ADAL" clId="{6735278C-B872-4387-9E3F-6CBF08708815}" dt="2023-10-21T13:27:26.473" v="300" actId="1035"/>
          <ac:spMkLst>
            <pc:docMk/>
            <pc:sldMk cId="3370274856" sldId="256"/>
            <ac:spMk id="54" creationId="{0DD29062-CE5C-4FB6-B21E-962581B655DE}"/>
          </ac:spMkLst>
        </pc:spChg>
        <pc:spChg chg="mod">
          <ac:chgData name="Gautam, Bhoj R" userId="12df41df-f6ce-404f-ba8f-7efa450a3160" providerId="ADAL" clId="{6735278C-B872-4387-9E3F-6CBF08708815}" dt="2023-10-21T13:35:00.070" v="801" actId="14100"/>
          <ac:spMkLst>
            <pc:docMk/>
            <pc:sldMk cId="3370274856" sldId="256"/>
            <ac:spMk id="55" creationId="{00000000-0000-0000-0000-000000000000}"/>
          </ac:spMkLst>
        </pc:spChg>
        <pc:spChg chg="mod">
          <ac:chgData name="Gautam, Bhoj R" userId="12df41df-f6ce-404f-ba8f-7efa450a3160" providerId="ADAL" clId="{6735278C-B872-4387-9E3F-6CBF08708815}" dt="2023-10-21T13:30:52.136" v="774" actId="1076"/>
          <ac:spMkLst>
            <pc:docMk/>
            <pc:sldMk cId="3370274856" sldId="256"/>
            <ac:spMk id="68" creationId="{3B5FCBAF-A155-431C-B1E5-652954474D0D}"/>
          </ac:spMkLst>
        </pc:spChg>
        <pc:spChg chg="mod">
          <ac:chgData name="Gautam, Bhoj R" userId="12df41df-f6ce-404f-ba8f-7efa450a3160" providerId="ADAL" clId="{6735278C-B872-4387-9E3F-6CBF08708815}" dt="2023-10-21T13:30:56.699" v="775" actId="14100"/>
          <ac:spMkLst>
            <pc:docMk/>
            <pc:sldMk cId="3370274856" sldId="256"/>
            <ac:spMk id="71" creationId="{5379F401-6A9A-4042-99CA-0B8544C41820}"/>
          </ac:spMkLst>
        </pc:spChg>
        <pc:spChg chg="mod">
          <ac:chgData name="Gautam, Bhoj R" userId="12df41df-f6ce-404f-ba8f-7efa450a3160" providerId="ADAL" clId="{6735278C-B872-4387-9E3F-6CBF08708815}" dt="2023-10-21T13:27:26.473" v="300" actId="1035"/>
          <ac:spMkLst>
            <pc:docMk/>
            <pc:sldMk cId="3370274856" sldId="256"/>
            <ac:spMk id="72" creationId="{E1FC58D3-238F-4460-AFA9-55795A692EF2}"/>
          </ac:spMkLst>
        </pc:spChg>
        <pc:spChg chg="mod">
          <ac:chgData name="Gautam, Bhoj R" userId="12df41df-f6ce-404f-ba8f-7efa450a3160" providerId="ADAL" clId="{6735278C-B872-4387-9E3F-6CBF08708815}" dt="2023-10-21T13:28:02.943" v="303" actId="1076"/>
          <ac:spMkLst>
            <pc:docMk/>
            <pc:sldMk cId="3370274856" sldId="256"/>
            <ac:spMk id="74" creationId="{EDE19D5D-01F5-4D93-925B-FDC37B7584D8}"/>
          </ac:spMkLst>
        </pc:spChg>
        <pc:spChg chg="del mod">
          <ac:chgData name="Gautam, Bhoj R" userId="12df41df-f6ce-404f-ba8f-7efa450a3160" providerId="ADAL" clId="{6735278C-B872-4387-9E3F-6CBF08708815}" dt="2023-10-21T13:00:11.440" v="54" actId="478"/>
          <ac:spMkLst>
            <pc:docMk/>
            <pc:sldMk cId="3370274856" sldId="256"/>
            <ac:spMk id="80" creationId="{957AA64E-7DD5-4C95-9D25-6E576DCB3FD3}"/>
          </ac:spMkLst>
        </pc:spChg>
        <pc:spChg chg="mod">
          <ac:chgData name="Gautam, Bhoj R" userId="12df41df-f6ce-404f-ba8f-7efa450a3160" providerId="ADAL" clId="{6735278C-B872-4387-9E3F-6CBF08708815}" dt="2023-10-25T01:42:06.030" v="820" actId="20577"/>
          <ac:spMkLst>
            <pc:docMk/>
            <pc:sldMk cId="3370274856" sldId="256"/>
            <ac:spMk id="81" creationId="{68E52139-CF5B-4F16-B2AA-638D723F3C59}"/>
          </ac:spMkLst>
        </pc:spChg>
        <pc:spChg chg="del">
          <ac:chgData name="Gautam, Bhoj R" userId="12df41df-f6ce-404f-ba8f-7efa450a3160" providerId="ADAL" clId="{6735278C-B872-4387-9E3F-6CBF08708815}" dt="2023-10-21T13:10:13.775" v="127" actId="478"/>
          <ac:spMkLst>
            <pc:docMk/>
            <pc:sldMk cId="3370274856" sldId="256"/>
            <ac:spMk id="83" creationId="{74B7D0EA-23FC-47B4-86FD-767305C67EF3}"/>
          </ac:spMkLst>
        </pc:spChg>
        <pc:spChg chg="del">
          <ac:chgData name="Gautam, Bhoj R" userId="12df41df-f6ce-404f-ba8f-7efa450a3160" providerId="ADAL" clId="{6735278C-B872-4387-9E3F-6CBF08708815}" dt="2023-10-21T13:26:40.584" v="135" actId="478"/>
          <ac:spMkLst>
            <pc:docMk/>
            <pc:sldMk cId="3370274856" sldId="256"/>
            <ac:spMk id="86" creationId="{44597764-B84C-4890-A0AC-09D44945BB02}"/>
          </ac:spMkLst>
        </pc:spChg>
        <pc:spChg chg="del">
          <ac:chgData name="Gautam, Bhoj R" userId="12df41df-f6ce-404f-ba8f-7efa450a3160" providerId="ADAL" clId="{6735278C-B872-4387-9E3F-6CBF08708815}" dt="2023-10-21T13:26:40.584" v="135" actId="478"/>
          <ac:spMkLst>
            <pc:docMk/>
            <pc:sldMk cId="3370274856" sldId="256"/>
            <ac:spMk id="87" creationId="{26C83CCA-22E5-40A8-B1B5-8D1BC3B74463}"/>
          </ac:spMkLst>
        </pc:spChg>
        <pc:spChg chg="del">
          <ac:chgData name="Gautam, Bhoj R" userId="12df41df-f6ce-404f-ba8f-7efa450a3160" providerId="ADAL" clId="{6735278C-B872-4387-9E3F-6CBF08708815}" dt="2023-10-21T13:26:40.584" v="135" actId="478"/>
          <ac:spMkLst>
            <pc:docMk/>
            <pc:sldMk cId="3370274856" sldId="256"/>
            <ac:spMk id="88" creationId="{44597764-B84C-4890-A0AC-09D44945BB02}"/>
          </ac:spMkLst>
        </pc:spChg>
        <pc:spChg chg="del">
          <ac:chgData name="Gautam, Bhoj R" userId="12df41df-f6ce-404f-ba8f-7efa450a3160" providerId="ADAL" clId="{6735278C-B872-4387-9E3F-6CBF08708815}" dt="2023-10-21T13:26:40.584" v="135" actId="478"/>
          <ac:spMkLst>
            <pc:docMk/>
            <pc:sldMk cId="3370274856" sldId="256"/>
            <ac:spMk id="89" creationId="{44597764-B84C-4890-A0AC-09D44945BB02}"/>
          </ac:spMkLst>
        </pc:spChg>
        <pc:spChg chg="del">
          <ac:chgData name="Gautam, Bhoj R" userId="12df41df-f6ce-404f-ba8f-7efa450a3160" providerId="ADAL" clId="{6735278C-B872-4387-9E3F-6CBF08708815}" dt="2023-10-21T13:26:40.584" v="135" actId="478"/>
          <ac:spMkLst>
            <pc:docMk/>
            <pc:sldMk cId="3370274856" sldId="256"/>
            <ac:spMk id="90" creationId="{26C83CCA-22E5-40A8-B1B5-8D1BC3B74463}"/>
          </ac:spMkLst>
        </pc:spChg>
        <pc:spChg chg="del">
          <ac:chgData name="Gautam, Bhoj R" userId="12df41df-f6ce-404f-ba8f-7efa450a3160" providerId="ADAL" clId="{6735278C-B872-4387-9E3F-6CBF08708815}" dt="2023-10-21T13:26:40.584" v="135" actId="478"/>
          <ac:spMkLst>
            <pc:docMk/>
            <pc:sldMk cId="3370274856" sldId="256"/>
            <ac:spMk id="91" creationId="{44597764-B84C-4890-A0AC-09D44945BB02}"/>
          </ac:spMkLst>
        </pc:spChg>
        <pc:spChg chg="del">
          <ac:chgData name="Gautam, Bhoj R" userId="12df41df-f6ce-404f-ba8f-7efa450a3160" providerId="ADAL" clId="{6735278C-B872-4387-9E3F-6CBF08708815}" dt="2023-10-21T13:26:13.278" v="128" actId="478"/>
          <ac:spMkLst>
            <pc:docMk/>
            <pc:sldMk cId="3370274856" sldId="256"/>
            <ac:spMk id="92" creationId="{C4D97FBB-3E8A-48D2-BA75-17941EA24175}"/>
          </ac:spMkLst>
        </pc:spChg>
        <pc:spChg chg="del mod topLvl">
          <ac:chgData name="Gautam, Bhoj R" userId="12df41df-f6ce-404f-ba8f-7efa450a3160" providerId="ADAL" clId="{6735278C-B872-4387-9E3F-6CBF08708815}" dt="2023-10-21T13:28:39.909" v="308" actId="21"/>
          <ac:spMkLst>
            <pc:docMk/>
            <pc:sldMk cId="3370274856" sldId="256"/>
            <ac:spMk id="132" creationId="{00000000-0000-0000-0000-000000000000}"/>
          </ac:spMkLst>
        </pc:spChg>
        <pc:grpChg chg="add del">
          <ac:chgData name="Gautam, Bhoj R" userId="12df41df-f6ce-404f-ba8f-7efa450a3160" providerId="ADAL" clId="{6735278C-B872-4387-9E3F-6CBF08708815}" dt="2023-10-21T12:55:42.444" v="2" actId="165"/>
          <ac:grpSpMkLst>
            <pc:docMk/>
            <pc:sldMk cId="3370274856" sldId="256"/>
            <ac:grpSpMk id="29" creationId="{E3F78222-2B3D-434F-AA0E-500A4E25DB2C}"/>
          </ac:grpSpMkLst>
        </pc:grpChg>
        <pc:grpChg chg="mod topLvl">
          <ac:chgData name="Gautam, Bhoj R" userId="12df41df-f6ce-404f-ba8f-7efa450a3160" providerId="ADAL" clId="{6735278C-B872-4387-9E3F-6CBF08708815}" dt="2023-10-21T13:33:55.651" v="793" actId="14100"/>
          <ac:grpSpMkLst>
            <pc:docMk/>
            <pc:sldMk cId="3370274856" sldId="256"/>
            <ac:grpSpMk id="31" creationId="{D179AEA8-4007-440F-B2A6-34110A146228}"/>
          </ac:grpSpMkLst>
        </pc:grpChg>
        <pc:grpChg chg="add del">
          <ac:chgData name="Gautam, Bhoj R" userId="12df41df-f6ce-404f-ba8f-7efa450a3160" providerId="ADAL" clId="{6735278C-B872-4387-9E3F-6CBF08708815}" dt="2023-10-21T13:32:12.250" v="782" actId="165"/>
          <ac:grpSpMkLst>
            <pc:docMk/>
            <pc:sldMk cId="3370274856" sldId="256"/>
            <ac:grpSpMk id="40" creationId="{825E5343-3E87-4D69-B6DC-6D9514D0417E}"/>
          </ac:grpSpMkLst>
        </pc:grpChg>
        <pc:picChg chg="add del mod">
          <ac:chgData name="Gautam, Bhoj R" userId="12df41df-f6ce-404f-ba8f-7efa450a3160" providerId="ADAL" clId="{6735278C-B872-4387-9E3F-6CBF08708815}" dt="2023-10-21T13:28:39.909" v="308" actId="21"/>
          <ac:picMkLst>
            <pc:docMk/>
            <pc:sldMk cId="3370274856" sldId="256"/>
            <ac:picMk id="3" creationId="{FC90E5BA-091D-E32B-548B-B5BF74A7F5D9}"/>
          </ac:picMkLst>
        </pc:picChg>
        <pc:picChg chg="add mod">
          <ac:chgData name="Gautam, Bhoj R" userId="12df41df-f6ce-404f-ba8f-7efa450a3160" providerId="ADAL" clId="{6735278C-B872-4387-9E3F-6CBF08708815}" dt="2023-10-21T13:30:40.808" v="772" actId="1076"/>
          <ac:picMkLst>
            <pc:docMk/>
            <pc:sldMk cId="3370274856" sldId="256"/>
            <ac:picMk id="9" creationId="{7E5BAFCD-EC58-CD19-351D-C2188A9E2906}"/>
          </ac:picMkLst>
        </pc:picChg>
        <pc:picChg chg="del mod">
          <ac:chgData name="Gautam, Bhoj R" userId="12df41df-f6ce-404f-ba8f-7efa450a3160" providerId="ADAL" clId="{6735278C-B872-4387-9E3F-6CBF08708815}" dt="2023-10-21T13:26:23.903" v="130" actId="478"/>
          <ac:picMkLst>
            <pc:docMk/>
            <pc:sldMk cId="3370274856" sldId="256"/>
            <ac:picMk id="14" creationId="{00000000-0000-0000-0000-000000000000}"/>
          </ac:picMkLst>
        </pc:picChg>
        <pc:picChg chg="mod">
          <ac:chgData name="Gautam, Bhoj R" userId="12df41df-f6ce-404f-ba8f-7efa450a3160" providerId="ADAL" clId="{6735278C-B872-4387-9E3F-6CBF08708815}" dt="2023-10-21T13:27:26.473" v="300" actId="1035"/>
          <ac:picMkLst>
            <pc:docMk/>
            <pc:sldMk cId="3370274856" sldId="256"/>
            <ac:picMk id="15" creationId="{03C81165-3EE6-4132-922F-77CC3CCB1CB3}"/>
          </ac:picMkLst>
        </pc:picChg>
        <pc:picChg chg="del">
          <ac:chgData name="Gautam, Bhoj R" userId="12df41df-f6ce-404f-ba8f-7efa450a3160" providerId="ADAL" clId="{6735278C-B872-4387-9E3F-6CBF08708815}" dt="2023-10-21T13:26:25.768" v="131" actId="478"/>
          <ac:picMkLst>
            <pc:docMk/>
            <pc:sldMk cId="3370274856" sldId="256"/>
            <ac:picMk id="16" creationId="{00000000-0000-0000-0000-000000000000}"/>
          </ac:picMkLst>
        </pc:picChg>
        <pc:picChg chg="del mod">
          <ac:chgData name="Gautam, Bhoj R" userId="12df41df-f6ce-404f-ba8f-7efa450a3160" providerId="ADAL" clId="{6735278C-B872-4387-9E3F-6CBF08708815}" dt="2023-10-21T13:26:23.903" v="130" actId="478"/>
          <ac:picMkLst>
            <pc:docMk/>
            <pc:sldMk cId="3370274856" sldId="256"/>
            <ac:picMk id="17" creationId="{00000000-0000-0000-0000-000000000000}"/>
          </ac:picMkLst>
        </pc:picChg>
        <pc:picChg chg="add mod">
          <ac:chgData name="Gautam, Bhoj R" userId="12df41df-f6ce-404f-ba8f-7efa450a3160" providerId="ADAL" clId="{6735278C-B872-4387-9E3F-6CBF08708815}" dt="2023-10-25T01:39:44.894" v="806" actId="1076"/>
          <ac:picMkLst>
            <pc:docMk/>
            <pc:sldMk cId="3370274856" sldId="256"/>
            <ac:picMk id="17" creationId="{1CA7B629-5786-0BCF-285A-C86F90CF6EE3}"/>
          </ac:picMkLst>
        </pc:picChg>
        <pc:picChg chg="del mod">
          <ac:chgData name="Gautam, Bhoj R" userId="12df41df-f6ce-404f-ba8f-7efa450a3160" providerId="ADAL" clId="{6735278C-B872-4387-9E3F-6CBF08708815}" dt="2023-10-21T13:26:23.903" v="130" actId="478"/>
          <ac:picMkLst>
            <pc:docMk/>
            <pc:sldMk cId="3370274856" sldId="256"/>
            <ac:picMk id="25" creationId="{00000000-0000-0000-0000-000000000000}"/>
          </ac:picMkLst>
        </pc:picChg>
        <pc:picChg chg="add mod">
          <ac:chgData name="Gautam, Bhoj R" userId="12df41df-f6ce-404f-ba8f-7efa450a3160" providerId="ADAL" clId="{6735278C-B872-4387-9E3F-6CBF08708815}" dt="2023-10-25T01:41:06.236" v="813" actId="1076"/>
          <ac:picMkLst>
            <pc:docMk/>
            <pc:sldMk cId="3370274856" sldId="256"/>
            <ac:picMk id="25" creationId="{A59452B5-17B1-4B1E-B2C5-AD351AD9BD71}"/>
          </ac:picMkLst>
        </pc:picChg>
        <pc:picChg chg="del">
          <ac:chgData name="Gautam, Bhoj R" userId="12df41df-f6ce-404f-ba8f-7efa450a3160" providerId="ADAL" clId="{6735278C-B872-4387-9E3F-6CBF08708815}" dt="2023-10-21T13:26:29.237" v="133" actId="478"/>
          <ac:picMkLst>
            <pc:docMk/>
            <pc:sldMk cId="3370274856" sldId="256"/>
            <ac:picMk id="26" creationId="{00000000-0000-0000-0000-000000000000}"/>
          </ac:picMkLst>
        </pc:picChg>
        <pc:picChg chg="del">
          <ac:chgData name="Gautam, Bhoj R" userId="12df41df-f6ce-404f-ba8f-7efa450a3160" providerId="ADAL" clId="{6735278C-B872-4387-9E3F-6CBF08708815}" dt="2023-10-25T01:39:12.851" v="802" actId="478"/>
          <ac:picMkLst>
            <pc:docMk/>
            <pc:sldMk cId="3370274856" sldId="256"/>
            <ac:picMk id="29" creationId="{B74324D6-71F4-B1CE-6750-E3A1040B388D}"/>
          </ac:picMkLst>
        </pc:picChg>
        <pc:picChg chg="del">
          <ac:chgData name="Gautam, Bhoj R" userId="12df41df-f6ce-404f-ba8f-7efa450a3160" providerId="ADAL" clId="{6735278C-B872-4387-9E3F-6CBF08708815}" dt="2023-10-21T13:26:30.831" v="134" actId="478"/>
          <ac:picMkLst>
            <pc:docMk/>
            <pc:sldMk cId="3370274856" sldId="256"/>
            <ac:picMk id="32" creationId="{00000000-0000-0000-0000-000000000000}"/>
          </ac:picMkLst>
        </pc:picChg>
        <pc:picChg chg="add mod">
          <ac:chgData name="Gautam, Bhoj R" userId="12df41df-f6ce-404f-ba8f-7efa450a3160" providerId="ADAL" clId="{6735278C-B872-4387-9E3F-6CBF08708815}" dt="2023-10-21T13:34:50.310" v="799" actId="1076"/>
          <ac:picMkLst>
            <pc:docMk/>
            <pc:sldMk cId="3370274856" sldId="256"/>
            <ac:picMk id="39" creationId="{EB808B5D-C25B-DF7F-A92B-D49DFC882D7D}"/>
          </ac:picMkLst>
        </pc:picChg>
        <pc:picChg chg="del mod topLvl">
          <ac:chgData name="Gautam, Bhoj R" userId="12df41df-f6ce-404f-ba8f-7efa450a3160" providerId="ADAL" clId="{6735278C-B872-4387-9E3F-6CBF08708815}" dt="2023-10-21T12:55:45.581" v="3" actId="478"/>
          <ac:picMkLst>
            <pc:docMk/>
            <pc:sldMk cId="3370274856" sldId="256"/>
            <ac:picMk id="70" creationId="{11172248-3365-4C9B-8F7D-FAA9614A1804}"/>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1F9EF0D-B5DC-426A-9325-4CE28BC082D8}" type="datetimeFigureOut">
              <a:rPr lang="en-US" smtClean="0"/>
              <a:pPr/>
              <a:t>10/24/2023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A4CC6C5-B7B7-4A6A-B2C4-574F07BD9A6F}" type="slidenum">
              <a:rPr lang="en-US" smtClean="0"/>
              <a:pPr/>
              <a:t>‹#›</a:t>
            </a:fld>
            <a:endParaRPr lang="en-US"/>
          </a:p>
        </p:txBody>
      </p:sp>
    </p:spTree>
    <p:extLst>
      <p:ext uri="{BB962C8B-B14F-4D97-AF65-F5344CB8AC3E}">
        <p14:creationId xmlns:p14="http://schemas.microsoft.com/office/powerpoint/2010/main" val="13448866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A4CC6C5-B7B7-4A6A-B2C4-574F07BD9A6F}" type="slidenum">
              <a:rPr lang="en-US" smtClean="0"/>
              <a:pPr/>
              <a:t>1</a:t>
            </a:fld>
            <a:endParaRPr lang="en-US"/>
          </a:p>
        </p:txBody>
      </p:sp>
    </p:spTree>
    <p:extLst>
      <p:ext uri="{BB962C8B-B14F-4D97-AF65-F5344CB8AC3E}">
        <p14:creationId xmlns:p14="http://schemas.microsoft.com/office/powerpoint/2010/main" val="3709558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40637" y="-40644"/>
            <a:ext cx="44022317" cy="32999688"/>
            <a:chOff x="-8466" y="-8468"/>
            <a:chExt cx="9171316" cy="6874935"/>
          </a:xfrm>
        </p:grpSpPr>
        <p:cxnSp>
          <p:nvCxnSpPr>
            <p:cNvPr id="28" name="Straight Connector 27"/>
            <p:cNvCxnSpPr/>
            <p:nvPr/>
          </p:nvCxnSpPr>
          <p:spPr>
            <a:xfrm flipV="1">
              <a:off x="5130830" y="4175605"/>
              <a:ext cx="4022475" cy="2682396"/>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9" name="Straight Connector 28"/>
            <p:cNvCxnSpPr/>
            <p:nvPr/>
          </p:nvCxnSpPr>
          <p:spPr>
            <a:xfrm>
              <a:off x="7042707"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30" name="Freeform 2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Freeform 3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2" name="Freeform 3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33" name="Freeform 3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4" name="Freeform 3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5" name="Freeform 34"/>
            <p:cNvSpPr/>
            <p:nvPr/>
          </p:nvSpPr>
          <p:spPr>
            <a:xfrm>
              <a:off x="8094165"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2">
                <a:lumMod val="75000"/>
                <a:alpha val="82000"/>
              </a:schemeClr>
            </a:solidFill>
            <a:ln>
              <a:noFill/>
            </a:ln>
            <a:effectLst/>
          </p:spPr>
          <p:style>
            <a:lnRef idx="1">
              <a:schemeClr val="accent1"/>
            </a:lnRef>
            <a:fillRef idx="3">
              <a:schemeClr val="accent1"/>
            </a:fillRef>
            <a:effectRef idx="2">
              <a:schemeClr val="accent1"/>
            </a:effectRef>
            <a:fontRef idx="minor">
              <a:schemeClr val="lt1"/>
            </a:fontRef>
          </p:style>
        </p:sp>
        <p:sp>
          <p:nvSpPr>
            <p:cNvPr id="36" name="Freeform 35"/>
            <p:cNvSpPr/>
            <p:nvPr/>
          </p:nvSpPr>
          <p:spPr>
            <a:xfrm>
              <a:off x="8068764"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17"/>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5426859" y="11541763"/>
            <a:ext cx="27968251" cy="7902250"/>
          </a:xfrm>
        </p:spPr>
        <p:txBody>
          <a:bodyPr anchor="b">
            <a:noAutofit/>
          </a:bodyPr>
          <a:lstStyle>
            <a:lvl1pPr algn="r">
              <a:defRPr sz="25920">
                <a:solidFill>
                  <a:schemeClr val="accent1"/>
                </a:solidFill>
              </a:defRPr>
            </a:lvl1pPr>
          </a:lstStyle>
          <a:p>
            <a:r>
              <a:rPr lang="en-US"/>
              <a:t>Click to edit Master title style</a:t>
            </a:r>
          </a:p>
        </p:txBody>
      </p:sp>
      <p:sp>
        <p:nvSpPr>
          <p:cNvPr id="3" name="Subtitle 2"/>
          <p:cNvSpPr>
            <a:spLocks noGrp="1"/>
          </p:cNvSpPr>
          <p:nvPr>
            <p:ph type="subTitle" idx="1"/>
          </p:nvPr>
        </p:nvSpPr>
        <p:spPr>
          <a:xfrm>
            <a:off x="5426859" y="19444006"/>
            <a:ext cx="27968251" cy="5265115"/>
          </a:xfrm>
        </p:spPr>
        <p:txBody>
          <a:bodyPr anchor="t"/>
          <a:lstStyle>
            <a:lvl1pPr marL="0" indent="0" algn="r">
              <a:buNone/>
              <a:defRPr>
                <a:solidFill>
                  <a:schemeClr val="tx1">
                    <a:lumMod val="50000"/>
                    <a:lumOff val="50000"/>
                  </a:schemeClr>
                </a:solidFill>
              </a:defRPr>
            </a:lvl1pPr>
            <a:lvl2pPr marL="2194560" indent="0" algn="ctr">
              <a:buNone/>
              <a:defRPr>
                <a:solidFill>
                  <a:schemeClr val="tx1">
                    <a:tint val="75000"/>
                  </a:schemeClr>
                </a:solidFill>
              </a:defRPr>
            </a:lvl2pPr>
            <a:lvl3pPr marL="4389120" indent="0" algn="ctr">
              <a:buNone/>
              <a:defRPr>
                <a:solidFill>
                  <a:schemeClr val="tx1">
                    <a:tint val="75000"/>
                  </a:schemeClr>
                </a:solidFill>
              </a:defRPr>
            </a:lvl3pPr>
            <a:lvl4pPr marL="6583680" indent="0" algn="ctr">
              <a:buNone/>
              <a:defRPr>
                <a:solidFill>
                  <a:schemeClr val="tx1">
                    <a:tint val="75000"/>
                  </a:schemeClr>
                </a:solidFill>
              </a:defRPr>
            </a:lvl4pPr>
            <a:lvl5pPr marL="8778240" indent="0" algn="ctr">
              <a:buNone/>
              <a:defRPr>
                <a:solidFill>
                  <a:schemeClr val="tx1">
                    <a:tint val="75000"/>
                  </a:schemeClr>
                </a:solidFill>
              </a:defRPr>
            </a:lvl5pPr>
            <a:lvl6pPr marL="10972800" indent="0" algn="ctr">
              <a:buNone/>
              <a:defRPr>
                <a:solidFill>
                  <a:schemeClr val="tx1">
                    <a:tint val="75000"/>
                  </a:schemeClr>
                </a:solidFill>
              </a:defRPr>
            </a:lvl6pPr>
            <a:lvl7pPr marL="13167360" indent="0" algn="ctr">
              <a:buNone/>
              <a:defRPr>
                <a:solidFill>
                  <a:schemeClr val="tx1">
                    <a:tint val="75000"/>
                  </a:schemeClr>
                </a:solidFill>
              </a:defRPr>
            </a:lvl7pPr>
            <a:lvl8pPr marL="15361920" indent="0" algn="ctr">
              <a:buNone/>
              <a:defRPr>
                <a:solidFill>
                  <a:schemeClr val="tx1">
                    <a:tint val="75000"/>
                  </a:schemeClr>
                </a:solidFill>
              </a:defRPr>
            </a:lvl8pPr>
            <a:lvl9pPr marL="1755648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3F89F3ED-4019-40BB-88BE-9CFA21DCC591}" type="datetimeFigureOut">
              <a:rPr lang="en-US" smtClean="0"/>
              <a:pPr/>
              <a:t>10/24/2023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26EABE-744A-4AE3-B47C-B63E269CDEC1}" type="slidenum">
              <a:rPr lang="en-US" smtClean="0"/>
              <a:pPr/>
              <a:t>‹#›</a:t>
            </a:fld>
            <a:endParaRPr lang="en-US"/>
          </a:p>
        </p:txBody>
      </p:sp>
    </p:spTree>
    <p:extLst>
      <p:ext uri="{BB962C8B-B14F-4D97-AF65-F5344CB8AC3E}">
        <p14:creationId xmlns:p14="http://schemas.microsoft.com/office/powerpoint/2010/main" val="30163684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17280"/>
            </a:lvl1p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F89F3ED-4019-40BB-88BE-9CFA21DCC591}" type="datetimeFigureOut">
              <a:rPr lang="en-US" smtClean="0"/>
              <a:pPr/>
              <a:t>10/24/2023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26EABE-744A-4AE3-B47C-B63E269CDEC1}" type="slidenum">
              <a:rPr lang="en-US" smtClean="0"/>
              <a:pPr/>
              <a:t>‹#›</a:t>
            </a:fld>
            <a:endParaRPr lang="en-US"/>
          </a:p>
        </p:txBody>
      </p:sp>
    </p:spTree>
    <p:extLst>
      <p:ext uri="{BB962C8B-B14F-4D97-AF65-F5344CB8AC3E}">
        <p14:creationId xmlns:p14="http://schemas.microsoft.com/office/powerpoint/2010/main" val="8730284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926073" y="12964169"/>
            <a:ext cx="30469032" cy="8767589"/>
          </a:xfrm>
        </p:spPr>
        <p:txBody>
          <a:bodyPr anchor="b"/>
          <a:lstStyle>
            <a:lvl1pPr algn="l">
              <a:defRPr sz="19200" b="0" cap="none"/>
            </a:lvl1pPr>
          </a:lstStyle>
          <a:p>
            <a:r>
              <a:rPr lang="en-US"/>
              <a:t>Click to edit Master title style</a:t>
            </a:r>
          </a:p>
        </p:txBody>
      </p:sp>
      <p:sp>
        <p:nvSpPr>
          <p:cNvPr id="3" name="Text Placeholder 2"/>
          <p:cNvSpPr>
            <a:spLocks noGrp="1"/>
          </p:cNvSpPr>
          <p:nvPr>
            <p:ph type="body" idx="1"/>
          </p:nvPr>
        </p:nvSpPr>
        <p:spPr>
          <a:xfrm>
            <a:off x="2926073" y="21731750"/>
            <a:ext cx="30469032" cy="4129920"/>
          </a:xfrm>
        </p:spPr>
        <p:txBody>
          <a:bodyPr anchor="t"/>
          <a:lstStyle>
            <a:lvl1pPr marL="0" indent="0" algn="l">
              <a:buNone/>
              <a:defRPr sz="9600">
                <a:solidFill>
                  <a:schemeClr val="tx1">
                    <a:lumMod val="50000"/>
                    <a:lumOff val="50000"/>
                  </a:schemeClr>
                </a:solidFill>
              </a:defRPr>
            </a:lvl1pPr>
            <a:lvl2pPr marL="2194560" indent="0">
              <a:buNone/>
              <a:defRPr sz="8640">
                <a:solidFill>
                  <a:schemeClr val="tx1">
                    <a:tint val="75000"/>
                  </a:schemeClr>
                </a:solidFill>
              </a:defRPr>
            </a:lvl2pPr>
            <a:lvl3pPr marL="4389120" indent="0">
              <a:buNone/>
              <a:defRPr sz="7680">
                <a:solidFill>
                  <a:schemeClr val="tx1">
                    <a:tint val="75000"/>
                  </a:schemeClr>
                </a:solidFill>
              </a:defRPr>
            </a:lvl3pPr>
            <a:lvl4pPr marL="6583680" indent="0">
              <a:buNone/>
              <a:defRPr sz="6720">
                <a:solidFill>
                  <a:schemeClr val="tx1">
                    <a:tint val="75000"/>
                  </a:schemeClr>
                </a:solidFill>
              </a:defRPr>
            </a:lvl4pPr>
            <a:lvl5pPr marL="8778240" indent="0">
              <a:buNone/>
              <a:defRPr sz="6720">
                <a:solidFill>
                  <a:schemeClr val="tx1">
                    <a:tint val="75000"/>
                  </a:schemeClr>
                </a:solidFill>
              </a:defRPr>
            </a:lvl5pPr>
            <a:lvl6pPr marL="10972800" indent="0">
              <a:buNone/>
              <a:defRPr sz="6720">
                <a:solidFill>
                  <a:schemeClr val="tx1">
                    <a:tint val="75000"/>
                  </a:schemeClr>
                </a:solidFill>
              </a:defRPr>
            </a:lvl6pPr>
            <a:lvl7pPr marL="13167360" indent="0">
              <a:buNone/>
              <a:defRPr sz="6720">
                <a:solidFill>
                  <a:schemeClr val="tx1">
                    <a:tint val="75000"/>
                  </a:schemeClr>
                </a:solidFill>
              </a:defRPr>
            </a:lvl7pPr>
            <a:lvl8pPr marL="15361920" indent="0">
              <a:buNone/>
              <a:defRPr sz="6720">
                <a:solidFill>
                  <a:schemeClr val="tx1">
                    <a:tint val="75000"/>
                  </a:schemeClr>
                </a:solidFill>
              </a:defRPr>
            </a:lvl8pPr>
            <a:lvl9pPr marL="17556480" indent="0">
              <a:buNone/>
              <a:defRPr sz="672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F89F3ED-4019-40BB-88BE-9CFA21DCC591}" type="datetimeFigureOut">
              <a:rPr lang="en-US" smtClean="0"/>
              <a:pPr/>
              <a:t>10/24/2023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26EABE-744A-4AE3-B47C-B63E269CDEC1}" type="slidenum">
              <a:rPr lang="en-US" smtClean="0"/>
              <a:pPr/>
              <a:t>‹#›</a:t>
            </a:fld>
            <a:endParaRPr lang="en-US"/>
          </a:p>
        </p:txBody>
      </p:sp>
    </p:spTree>
    <p:extLst>
      <p:ext uri="{BB962C8B-B14F-4D97-AF65-F5344CB8AC3E}">
        <p14:creationId xmlns:p14="http://schemas.microsoft.com/office/powerpoint/2010/main" val="20568484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2926080" y="2926080"/>
            <a:ext cx="30469027" cy="6339840"/>
          </a:xfrm>
        </p:spPr>
        <p:txBody>
          <a:bodyPr/>
          <a:lstStyle/>
          <a:p>
            <a:r>
              <a:rPr lang="en-US"/>
              <a:t>Click to edit Master title style</a:t>
            </a:r>
          </a:p>
        </p:txBody>
      </p:sp>
      <p:sp>
        <p:nvSpPr>
          <p:cNvPr id="3" name="Content Placeholder 2"/>
          <p:cNvSpPr>
            <a:spLocks noGrp="1"/>
          </p:cNvSpPr>
          <p:nvPr>
            <p:ph sz="half" idx="1"/>
          </p:nvPr>
        </p:nvSpPr>
        <p:spPr>
          <a:xfrm>
            <a:off x="2926083" y="10370827"/>
            <a:ext cx="14822923" cy="18627706"/>
          </a:xfrm>
        </p:spPr>
        <p:txBody>
          <a:bodyPr>
            <a:normAutofit/>
          </a:bodyPr>
          <a:lstStyle>
            <a:lvl1pPr>
              <a:defRPr sz="8640"/>
            </a:lvl1pPr>
            <a:lvl2pPr>
              <a:defRPr sz="7680"/>
            </a:lvl2pPr>
            <a:lvl3pPr>
              <a:defRPr sz="6720"/>
            </a:lvl3pPr>
            <a:lvl4pPr>
              <a:defRPr sz="5760"/>
            </a:lvl4pPr>
            <a:lvl5pPr>
              <a:defRPr sz="5760"/>
            </a:lvl5pPr>
            <a:lvl6pPr>
              <a:defRPr sz="5760"/>
            </a:lvl6pPr>
            <a:lvl7pPr>
              <a:defRPr sz="5760"/>
            </a:lvl7pPr>
            <a:lvl8pPr>
              <a:defRPr sz="5760"/>
            </a:lvl8pPr>
            <a:lvl9pPr>
              <a:defRPr sz="576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18572179" y="10370835"/>
            <a:ext cx="14822928" cy="18627710"/>
          </a:xfrm>
        </p:spPr>
        <p:txBody>
          <a:bodyPr>
            <a:normAutofit/>
          </a:bodyPr>
          <a:lstStyle>
            <a:lvl1pPr>
              <a:defRPr sz="8640"/>
            </a:lvl1pPr>
            <a:lvl2pPr>
              <a:defRPr sz="7680"/>
            </a:lvl2pPr>
            <a:lvl3pPr>
              <a:defRPr sz="6720"/>
            </a:lvl3pPr>
            <a:lvl4pPr>
              <a:defRPr sz="5760"/>
            </a:lvl4pPr>
            <a:lvl5pPr>
              <a:defRPr sz="5760"/>
            </a:lvl5pPr>
            <a:lvl6pPr>
              <a:defRPr sz="5760"/>
            </a:lvl6pPr>
            <a:lvl7pPr>
              <a:defRPr sz="5760"/>
            </a:lvl7pPr>
            <a:lvl8pPr>
              <a:defRPr sz="5760"/>
            </a:lvl8pPr>
            <a:lvl9pPr>
              <a:defRPr sz="576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F89F3ED-4019-40BB-88BE-9CFA21DCC591}" type="datetimeFigureOut">
              <a:rPr lang="en-US" smtClean="0"/>
              <a:pPr/>
              <a:t>10/24/2023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26EABE-744A-4AE3-B47C-B63E269CDEC1}" type="slidenum">
              <a:rPr lang="en-US" smtClean="0"/>
              <a:pPr/>
              <a:t>‹#›</a:t>
            </a:fld>
            <a:endParaRPr lang="en-US"/>
          </a:p>
        </p:txBody>
      </p:sp>
    </p:spTree>
    <p:extLst>
      <p:ext uri="{BB962C8B-B14F-4D97-AF65-F5344CB8AC3E}">
        <p14:creationId xmlns:p14="http://schemas.microsoft.com/office/powerpoint/2010/main" val="4950020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926078" y="2926080"/>
            <a:ext cx="30469022" cy="633984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2926075" y="10372718"/>
            <a:ext cx="14835226" cy="2766058"/>
          </a:xfrm>
        </p:spPr>
        <p:txBody>
          <a:bodyPr anchor="b">
            <a:noAutofit/>
          </a:bodyPr>
          <a:lstStyle>
            <a:lvl1pPr marL="0" indent="0">
              <a:buNone/>
              <a:defRPr sz="11520" b="0"/>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a:t>Click to edit Master text styles</a:t>
            </a:r>
          </a:p>
        </p:txBody>
      </p:sp>
      <p:sp>
        <p:nvSpPr>
          <p:cNvPr id="4" name="Content Placeholder 3"/>
          <p:cNvSpPr>
            <a:spLocks noGrp="1"/>
          </p:cNvSpPr>
          <p:nvPr>
            <p:ph sz="half" idx="2"/>
          </p:nvPr>
        </p:nvSpPr>
        <p:spPr>
          <a:xfrm>
            <a:off x="2926075" y="13138783"/>
            <a:ext cx="14835226" cy="1585976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18559872" y="10372718"/>
            <a:ext cx="14835226" cy="2766058"/>
          </a:xfrm>
        </p:spPr>
        <p:txBody>
          <a:bodyPr anchor="b">
            <a:noAutofit/>
          </a:bodyPr>
          <a:lstStyle>
            <a:lvl1pPr marL="0" indent="0">
              <a:buNone/>
              <a:defRPr sz="11520" b="0"/>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a:t>Click to edit Master text styles</a:t>
            </a:r>
          </a:p>
        </p:txBody>
      </p:sp>
      <p:sp>
        <p:nvSpPr>
          <p:cNvPr id="6" name="Content Placeholder 5"/>
          <p:cNvSpPr>
            <a:spLocks noGrp="1"/>
          </p:cNvSpPr>
          <p:nvPr>
            <p:ph sz="quarter" idx="4"/>
          </p:nvPr>
        </p:nvSpPr>
        <p:spPr>
          <a:xfrm>
            <a:off x="18559872" y="13138783"/>
            <a:ext cx="14835226" cy="1585976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F89F3ED-4019-40BB-88BE-9CFA21DCC591}" type="datetimeFigureOut">
              <a:rPr lang="en-US" smtClean="0"/>
              <a:pPr/>
              <a:t>10/24/2023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F26EABE-744A-4AE3-B47C-B63E269CDEC1}" type="slidenum">
              <a:rPr lang="en-US" smtClean="0"/>
              <a:pPr/>
              <a:t>‹#›</a:t>
            </a:fld>
            <a:endParaRPr lang="en-US"/>
          </a:p>
        </p:txBody>
      </p:sp>
    </p:spTree>
    <p:extLst>
      <p:ext uri="{BB962C8B-B14F-4D97-AF65-F5344CB8AC3E}">
        <p14:creationId xmlns:p14="http://schemas.microsoft.com/office/powerpoint/2010/main" val="6493539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2926075" y="2926080"/>
            <a:ext cx="30469027" cy="6339840"/>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3F89F3ED-4019-40BB-88BE-9CFA21DCC591}" type="datetimeFigureOut">
              <a:rPr lang="en-US" smtClean="0"/>
              <a:pPr/>
              <a:t>10/24/2023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F26EABE-744A-4AE3-B47C-B63E269CDEC1}" type="slidenum">
              <a:rPr lang="en-US" smtClean="0"/>
              <a:pPr/>
              <a:t>‹#›</a:t>
            </a:fld>
            <a:endParaRPr lang="en-US"/>
          </a:p>
        </p:txBody>
      </p:sp>
    </p:spTree>
    <p:extLst>
      <p:ext uri="{BB962C8B-B14F-4D97-AF65-F5344CB8AC3E}">
        <p14:creationId xmlns:p14="http://schemas.microsoft.com/office/powerpoint/2010/main" val="21228454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F89F3ED-4019-40BB-88BE-9CFA21DCC591}" type="datetimeFigureOut">
              <a:rPr lang="en-US" smtClean="0"/>
              <a:pPr/>
              <a:t>10/24/2023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F26EABE-744A-4AE3-B47C-B63E269CDEC1}" type="slidenum">
              <a:rPr lang="en-US" smtClean="0"/>
              <a:pPr/>
              <a:t>‹#›</a:t>
            </a:fld>
            <a:endParaRPr lang="en-US"/>
          </a:p>
        </p:txBody>
      </p:sp>
    </p:spTree>
    <p:extLst>
      <p:ext uri="{BB962C8B-B14F-4D97-AF65-F5344CB8AC3E}">
        <p14:creationId xmlns:p14="http://schemas.microsoft.com/office/powerpoint/2010/main" val="4382239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926075" y="7193299"/>
            <a:ext cx="13392874" cy="6136637"/>
          </a:xfrm>
        </p:spPr>
        <p:txBody>
          <a:bodyPr anchor="b">
            <a:normAutofit/>
          </a:bodyPr>
          <a:lstStyle>
            <a:lvl1pPr>
              <a:defRPr sz="9600"/>
            </a:lvl1pPr>
          </a:lstStyle>
          <a:p>
            <a:r>
              <a:rPr lang="en-US"/>
              <a:t>Click to edit Master title style</a:t>
            </a:r>
          </a:p>
        </p:txBody>
      </p:sp>
      <p:sp>
        <p:nvSpPr>
          <p:cNvPr id="3" name="Content Placeholder 2"/>
          <p:cNvSpPr>
            <a:spLocks noGrp="1"/>
          </p:cNvSpPr>
          <p:nvPr>
            <p:ph idx="1"/>
          </p:nvPr>
        </p:nvSpPr>
        <p:spPr>
          <a:xfrm>
            <a:off x="17142122" y="2471642"/>
            <a:ext cx="16252978" cy="2652689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926075" y="13329934"/>
            <a:ext cx="13392874" cy="12405355"/>
          </a:xfrm>
        </p:spPr>
        <p:txBody>
          <a:bodyPr>
            <a:normAutofit/>
          </a:bodyPr>
          <a:lstStyle>
            <a:lvl1pPr marL="0" indent="0">
              <a:buNone/>
              <a:defRPr sz="6720"/>
            </a:lvl1pPr>
            <a:lvl2pPr marL="1645920" indent="0">
              <a:buNone/>
              <a:defRPr sz="5040"/>
            </a:lvl2pPr>
            <a:lvl3pPr marL="3291840" indent="0">
              <a:buNone/>
              <a:defRPr sz="4320"/>
            </a:lvl3pPr>
            <a:lvl4pPr marL="4937760" indent="0">
              <a:buNone/>
              <a:defRPr sz="3600"/>
            </a:lvl4pPr>
            <a:lvl5pPr marL="6583680" indent="0">
              <a:buNone/>
              <a:defRPr sz="3600"/>
            </a:lvl5pPr>
            <a:lvl6pPr marL="8229600" indent="0">
              <a:buNone/>
              <a:defRPr sz="3600"/>
            </a:lvl6pPr>
            <a:lvl7pPr marL="9875520" indent="0">
              <a:buNone/>
              <a:defRPr sz="3600"/>
            </a:lvl7pPr>
            <a:lvl8pPr marL="11521440" indent="0">
              <a:buNone/>
              <a:defRPr sz="3600"/>
            </a:lvl8pPr>
            <a:lvl9pPr marL="13167360" indent="0">
              <a:buNone/>
              <a:defRPr sz="3600"/>
            </a:lvl9pPr>
          </a:lstStyle>
          <a:p>
            <a:pPr lvl="0"/>
            <a:r>
              <a:rPr lang="en-US"/>
              <a:t>Click to edit Master text styles</a:t>
            </a:r>
          </a:p>
        </p:txBody>
      </p:sp>
      <p:sp>
        <p:nvSpPr>
          <p:cNvPr id="5" name="Date Placeholder 4"/>
          <p:cNvSpPr>
            <a:spLocks noGrp="1"/>
          </p:cNvSpPr>
          <p:nvPr>
            <p:ph type="dt" sz="half" idx="10"/>
          </p:nvPr>
        </p:nvSpPr>
        <p:spPr/>
        <p:txBody>
          <a:bodyPr/>
          <a:lstStyle/>
          <a:p>
            <a:fld id="{3F89F3ED-4019-40BB-88BE-9CFA21DCC591}" type="datetimeFigureOut">
              <a:rPr lang="en-US" smtClean="0"/>
              <a:pPr/>
              <a:t>10/24/2023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26EABE-744A-4AE3-B47C-B63E269CDEC1}" type="slidenum">
              <a:rPr lang="en-US" smtClean="0"/>
              <a:pPr/>
              <a:t>‹#›</a:t>
            </a:fld>
            <a:endParaRPr lang="en-US"/>
          </a:p>
        </p:txBody>
      </p:sp>
    </p:spTree>
    <p:extLst>
      <p:ext uri="{BB962C8B-B14F-4D97-AF65-F5344CB8AC3E}">
        <p14:creationId xmlns:p14="http://schemas.microsoft.com/office/powerpoint/2010/main" val="8754563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926075" y="23042880"/>
            <a:ext cx="30469027" cy="2720342"/>
          </a:xfrm>
        </p:spPr>
        <p:txBody>
          <a:bodyPr anchor="b">
            <a:normAutofit/>
          </a:bodyPr>
          <a:lstStyle>
            <a:lvl1pPr algn="l">
              <a:defRPr sz="11520" b="0"/>
            </a:lvl1pPr>
          </a:lstStyle>
          <a:p>
            <a:r>
              <a:rPr lang="en-US"/>
              <a:t>Click to edit Master title style</a:t>
            </a:r>
          </a:p>
        </p:txBody>
      </p:sp>
      <p:sp>
        <p:nvSpPr>
          <p:cNvPr id="3" name="Picture Placeholder 2"/>
          <p:cNvSpPr>
            <a:spLocks noGrp="1" noChangeAspect="1"/>
          </p:cNvSpPr>
          <p:nvPr>
            <p:ph type="pic" idx="1"/>
          </p:nvPr>
        </p:nvSpPr>
        <p:spPr>
          <a:xfrm>
            <a:off x="2926075" y="2926080"/>
            <a:ext cx="30469027" cy="18459446"/>
          </a:xfrm>
        </p:spPr>
        <p:txBody>
          <a:bodyPr anchor="t">
            <a:normAutofit/>
          </a:bodyPr>
          <a:lstStyle>
            <a:lvl1pPr marL="0" indent="0" algn="ctr">
              <a:buNone/>
              <a:defRPr sz="7680"/>
            </a:lvl1pPr>
            <a:lvl2pPr marL="2194560" indent="0">
              <a:buNone/>
              <a:defRPr sz="7680"/>
            </a:lvl2pPr>
            <a:lvl3pPr marL="4389120" indent="0">
              <a:buNone/>
              <a:defRPr sz="7680"/>
            </a:lvl3pPr>
            <a:lvl4pPr marL="6583680" indent="0">
              <a:buNone/>
              <a:defRPr sz="7680"/>
            </a:lvl4pPr>
            <a:lvl5pPr marL="8778240" indent="0">
              <a:buNone/>
              <a:defRPr sz="7680"/>
            </a:lvl5pPr>
            <a:lvl6pPr marL="10972800" indent="0">
              <a:buNone/>
              <a:defRPr sz="7680"/>
            </a:lvl6pPr>
            <a:lvl7pPr marL="13167360" indent="0">
              <a:buNone/>
              <a:defRPr sz="7680"/>
            </a:lvl7pPr>
            <a:lvl8pPr marL="15361920" indent="0">
              <a:buNone/>
              <a:defRPr sz="7680"/>
            </a:lvl8pPr>
            <a:lvl9pPr marL="17556480" indent="0">
              <a:buNone/>
              <a:defRPr sz="7680"/>
            </a:lvl9pPr>
          </a:lstStyle>
          <a:p>
            <a:r>
              <a:rPr lang="en-US"/>
              <a:t>Click icon to add picture</a:t>
            </a:r>
          </a:p>
        </p:txBody>
      </p:sp>
      <p:sp>
        <p:nvSpPr>
          <p:cNvPr id="4" name="Text Placeholder 3"/>
          <p:cNvSpPr>
            <a:spLocks noGrp="1"/>
          </p:cNvSpPr>
          <p:nvPr>
            <p:ph type="body" sz="half" idx="2"/>
          </p:nvPr>
        </p:nvSpPr>
        <p:spPr>
          <a:xfrm>
            <a:off x="2926075" y="25763223"/>
            <a:ext cx="30469027" cy="3235315"/>
          </a:xfrm>
        </p:spPr>
        <p:txBody>
          <a:bodyPr>
            <a:normAutofit/>
          </a:bodyPr>
          <a:lstStyle>
            <a:lvl1pPr marL="0" indent="0">
              <a:buNone/>
              <a:defRPr sz="5760"/>
            </a:lvl1pPr>
            <a:lvl2pPr marL="2194560" indent="0">
              <a:buNone/>
              <a:defRPr sz="5760"/>
            </a:lvl2pPr>
            <a:lvl3pPr marL="4389120" indent="0">
              <a:buNone/>
              <a:defRPr sz="4800"/>
            </a:lvl3pPr>
            <a:lvl4pPr marL="6583680" indent="0">
              <a:buNone/>
              <a:defRPr sz="4320"/>
            </a:lvl4pPr>
            <a:lvl5pPr marL="8778240" indent="0">
              <a:buNone/>
              <a:defRPr sz="4320"/>
            </a:lvl5pPr>
            <a:lvl6pPr marL="10972800" indent="0">
              <a:buNone/>
              <a:defRPr sz="4320"/>
            </a:lvl6pPr>
            <a:lvl7pPr marL="13167360" indent="0">
              <a:buNone/>
              <a:defRPr sz="4320"/>
            </a:lvl7pPr>
            <a:lvl8pPr marL="15361920" indent="0">
              <a:buNone/>
              <a:defRPr sz="4320"/>
            </a:lvl8pPr>
            <a:lvl9pPr marL="17556480" indent="0">
              <a:buNone/>
              <a:defRPr sz="4320"/>
            </a:lvl9pPr>
          </a:lstStyle>
          <a:p>
            <a:pPr lvl="0"/>
            <a:r>
              <a:rPr lang="en-US"/>
              <a:t>Click to edit Master text styles</a:t>
            </a:r>
          </a:p>
        </p:txBody>
      </p:sp>
      <p:sp>
        <p:nvSpPr>
          <p:cNvPr id="5" name="Date Placeholder 4"/>
          <p:cNvSpPr>
            <a:spLocks noGrp="1"/>
          </p:cNvSpPr>
          <p:nvPr>
            <p:ph type="dt" sz="half" idx="10"/>
          </p:nvPr>
        </p:nvSpPr>
        <p:spPr/>
        <p:txBody>
          <a:bodyPr/>
          <a:lstStyle/>
          <a:p>
            <a:fld id="{3F89F3ED-4019-40BB-88BE-9CFA21DCC591}" type="datetimeFigureOut">
              <a:rPr lang="en-US" smtClean="0"/>
              <a:pPr/>
              <a:t>10/24/2023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26EABE-744A-4AE3-B47C-B63E269CDEC1}" type="slidenum">
              <a:rPr lang="en-US" smtClean="0"/>
              <a:pPr/>
              <a:t>‹#›</a:t>
            </a:fld>
            <a:endParaRPr lang="en-US"/>
          </a:p>
        </p:txBody>
      </p:sp>
    </p:spTree>
    <p:extLst>
      <p:ext uri="{BB962C8B-B14F-4D97-AF65-F5344CB8AC3E}">
        <p14:creationId xmlns:p14="http://schemas.microsoft.com/office/powerpoint/2010/main" val="30788999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926080" y="2926080"/>
            <a:ext cx="30469027" cy="16337280"/>
          </a:xfrm>
        </p:spPr>
        <p:txBody>
          <a:bodyPr anchor="ctr">
            <a:normAutofit/>
          </a:bodyPr>
          <a:lstStyle>
            <a:lvl1pPr algn="l">
              <a:defRPr sz="21120" b="0" cap="none"/>
            </a:lvl1pPr>
          </a:lstStyle>
          <a:p>
            <a:r>
              <a:rPr lang="en-US"/>
              <a:t>Click to edit Master title style</a:t>
            </a:r>
          </a:p>
        </p:txBody>
      </p:sp>
      <p:sp>
        <p:nvSpPr>
          <p:cNvPr id="3" name="Text Placeholder 2"/>
          <p:cNvSpPr>
            <a:spLocks noGrp="1"/>
          </p:cNvSpPr>
          <p:nvPr>
            <p:ph type="body" idx="1"/>
          </p:nvPr>
        </p:nvSpPr>
        <p:spPr>
          <a:xfrm>
            <a:off x="2926080" y="21457920"/>
            <a:ext cx="30469027" cy="7540618"/>
          </a:xfrm>
        </p:spPr>
        <p:txBody>
          <a:bodyPr anchor="ctr">
            <a:normAutofit/>
          </a:bodyPr>
          <a:lstStyle>
            <a:lvl1pPr marL="0" indent="0" algn="l">
              <a:buNone/>
              <a:defRPr sz="8640">
                <a:solidFill>
                  <a:schemeClr val="tx1">
                    <a:lumMod val="75000"/>
                    <a:lumOff val="25000"/>
                  </a:schemeClr>
                </a:solidFill>
              </a:defRPr>
            </a:lvl1pPr>
            <a:lvl2pPr marL="2194560" indent="0">
              <a:buNone/>
              <a:defRPr sz="8640">
                <a:solidFill>
                  <a:schemeClr val="tx1">
                    <a:tint val="75000"/>
                  </a:schemeClr>
                </a:solidFill>
              </a:defRPr>
            </a:lvl2pPr>
            <a:lvl3pPr marL="4389120" indent="0">
              <a:buNone/>
              <a:defRPr sz="7680">
                <a:solidFill>
                  <a:schemeClr val="tx1">
                    <a:tint val="75000"/>
                  </a:schemeClr>
                </a:solidFill>
              </a:defRPr>
            </a:lvl3pPr>
            <a:lvl4pPr marL="6583680" indent="0">
              <a:buNone/>
              <a:defRPr sz="6720">
                <a:solidFill>
                  <a:schemeClr val="tx1">
                    <a:tint val="75000"/>
                  </a:schemeClr>
                </a:solidFill>
              </a:defRPr>
            </a:lvl4pPr>
            <a:lvl5pPr marL="8778240" indent="0">
              <a:buNone/>
              <a:defRPr sz="6720">
                <a:solidFill>
                  <a:schemeClr val="tx1">
                    <a:tint val="75000"/>
                  </a:schemeClr>
                </a:solidFill>
              </a:defRPr>
            </a:lvl5pPr>
            <a:lvl6pPr marL="10972800" indent="0">
              <a:buNone/>
              <a:defRPr sz="6720">
                <a:solidFill>
                  <a:schemeClr val="tx1">
                    <a:tint val="75000"/>
                  </a:schemeClr>
                </a:solidFill>
              </a:defRPr>
            </a:lvl6pPr>
            <a:lvl7pPr marL="13167360" indent="0">
              <a:buNone/>
              <a:defRPr sz="6720">
                <a:solidFill>
                  <a:schemeClr val="tx1">
                    <a:tint val="75000"/>
                  </a:schemeClr>
                </a:solidFill>
              </a:defRPr>
            </a:lvl7pPr>
            <a:lvl8pPr marL="15361920" indent="0">
              <a:buNone/>
              <a:defRPr sz="6720">
                <a:solidFill>
                  <a:schemeClr val="tx1">
                    <a:tint val="75000"/>
                  </a:schemeClr>
                </a:solidFill>
              </a:defRPr>
            </a:lvl8pPr>
            <a:lvl9pPr marL="17556480" indent="0">
              <a:buNone/>
              <a:defRPr sz="672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F89F3ED-4019-40BB-88BE-9CFA21DCC591}" type="datetimeFigureOut">
              <a:rPr lang="en-US" smtClean="0"/>
              <a:pPr/>
              <a:t>10/24/2023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26EABE-744A-4AE3-B47C-B63E269CDEC1}" type="slidenum">
              <a:rPr lang="en-US" smtClean="0"/>
              <a:pPr/>
              <a:t>‹#›</a:t>
            </a:fld>
            <a:endParaRPr lang="en-US"/>
          </a:p>
        </p:txBody>
      </p:sp>
    </p:spTree>
    <p:extLst>
      <p:ext uri="{BB962C8B-B14F-4D97-AF65-F5344CB8AC3E}">
        <p14:creationId xmlns:p14="http://schemas.microsoft.com/office/powerpoint/2010/main" val="13644010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719448" y="2926080"/>
            <a:ext cx="29146474" cy="14508480"/>
          </a:xfrm>
        </p:spPr>
        <p:txBody>
          <a:bodyPr anchor="ctr">
            <a:normAutofit/>
          </a:bodyPr>
          <a:lstStyle>
            <a:lvl1pPr algn="l">
              <a:defRPr sz="21120" b="0" cap="none"/>
            </a:lvl1pPr>
          </a:lstStyle>
          <a:p>
            <a:r>
              <a:rPr lang="en-US"/>
              <a:t>Click to edit Master title style</a:t>
            </a:r>
          </a:p>
        </p:txBody>
      </p:sp>
      <p:sp>
        <p:nvSpPr>
          <p:cNvPr id="23" name="Text Placeholder 9"/>
          <p:cNvSpPr>
            <a:spLocks noGrp="1"/>
          </p:cNvSpPr>
          <p:nvPr>
            <p:ph type="body" sz="quarter" idx="13"/>
          </p:nvPr>
        </p:nvSpPr>
        <p:spPr>
          <a:xfrm>
            <a:off x="5285155" y="17434560"/>
            <a:ext cx="26015059" cy="1828800"/>
          </a:xfrm>
        </p:spPr>
        <p:txBody>
          <a:bodyPr anchor="ctr">
            <a:noAutofit/>
          </a:bodyPr>
          <a:lstStyle>
            <a:lvl1pPr marL="0" indent="0">
              <a:buFontTx/>
              <a:buNone/>
              <a:defRPr sz="7680">
                <a:solidFill>
                  <a:schemeClr val="tx1">
                    <a:lumMod val="50000"/>
                    <a:lumOff val="50000"/>
                  </a:schemeClr>
                </a:solidFill>
              </a:defRPr>
            </a:lvl1pPr>
            <a:lvl2pPr marL="2194560" indent="0">
              <a:buFontTx/>
              <a:buNone/>
              <a:defRPr/>
            </a:lvl2pPr>
            <a:lvl3pPr marL="4389120" indent="0">
              <a:buFontTx/>
              <a:buNone/>
              <a:defRPr/>
            </a:lvl3pPr>
            <a:lvl4pPr marL="6583680" indent="0">
              <a:buFontTx/>
              <a:buNone/>
              <a:defRPr/>
            </a:lvl4pPr>
            <a:lvl5pPr marL="8778240" indent="0">
              <a:buFontTx/>
              <a:buNone/>
              <a:defRPr/>
            </a:lvl5pPr>
          </a:lstStyle>
          <a:p>
            <a:pPr lvl="0"/>
            <a:r>
              <a:rPr lang="en-US"/>
              <a:t>Click to edit Master text styles</a:t>
            </a:r>
          </a:p>
        </p:txBody>
      </p:sp>
      <p:sp>
        <p:nvSpPr>
          <p:cNvPr id="3" name="Text Placeholder 2"/>
          <p:cNvSpPr>
            <a:spLocks noGrp="1"/>
          </p:cNvSpPr>
          <p:nvPr>
            <p:ph type="body" idx="1"/>
          </p:nvPr>
        </p:nvSpPr>
        <p:spPr>
          <a:xfrm>
            <a:off x="2926073" y="21457920"/>
            <a:ext cx="30469032" cy="7540618"/>
          </a:xfrm>
        </p:spPr>
        <p:txBody>
          <a:bodyPr anchor="ctr">
            <a:normAutofit/>
          </a:bodyPr>
          <a:lstStyle>
            <a:lvl1pPr marL="0" indent="0" algn="l">
              <a:buNone/>
              <a:defRPr sz="8640">
                <a:solidFill>
                  <a:schemeClr val="tx1">
                    <a:lumMod val="75000"/>
                    <a:lumOff val="25000"/>
                  </a:schemeClr>
                </a:solidFill>
              </a:defRPr>
            </a:lvl1pPr>
            <a:lvl2pPr marL="2194560" indent="0">
              <a:buNone/>
              <a:defRPr sz="8640">
                <a:solidFill>
                  <a:schemeClr val="tx1">
                    <a:tint val="75000"/>
                  </a:schemeClr>
                </a:solidFill>
              </a:defRPr>
            </a:lvl2pPr>
            <a:lvl3pPr marL="4389120" indent="0">
              <a:buNone/>
              <a:defRPr sz="7680">
                <a:solidFill>
                  <a:schemeClr val="tx1">
                    <a:tint val="75000"/>
                  </a:schemeClr>
                </a:solidFill>
              </a:defRPr>
            </a:lvl3pPr>
            <a:lvl4pPr marL="6583680" indent="0">
              <a:buNone/>
              <a:defRPr sz="6720">
                <a:solidFill>
                  <a:schemeClr val="tx1">
                    <a:tint val="75000"/>
                  </a:schemeClr>
                </a:solidFill>
              </a:defRPr>
            </a:lvl4pPr>
            <a:lvl5pPr marL="8778240" indent="0">
              <a:buNone/>
              <a:defRPr sz="6720">
                <a:solidFill>
                  <a:schemeClr val="tx1">
                    <a:tint val="75000"/>
                  </a:schemeClr>
                </a:solidFill>
              </a:defRPr>
            </a:lvl5pPr>
            <a:lvl6pPr marL="10972800" indent="0">
              <a:buNone/>
              <a:defRPr sz="6720">
                <a:solidFill>
                  <a:schemeClr val="tx1">
                    <a:tint val="75000"/>
                  </a:schemeClr>
                </a:solidFill>
              </a:defRPr>
            </a:lvl6pPr>
            <a:lvl7pPr marL="13167360" indent="0">
              <a:buNone/>
              <a:defRPr sz="6720">
                <a:solidFill>
                  <a:schemeClr val="tx1">
                    <a:tint val="75000"/>
                  </a:schemeClr>
                </a:solidFill>
              </a:defRPr>
            </a:lvl7pPr>
            <a:lvl8pPr marL="15361920" indent="0">
              <a:buNone/>
              <a:defRPr sz="6720">
                <a:solidFill>
                  <a:schemeClr val="tx1">
                    <a:tint val="75000"/>
                  </a:schemeClr>
                </a:solidFill>
              </a:defRPr>
            </a:lvl8pPr>
            <a:lvl9pPr marL="17556480" indent="0">
              <a:buNone/>
              <a:defRPr sz="672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F89F3ED-4019-40BB-88BE-9CFA21DCC591}" type="datetimeFigureOut">
              <a:rPr lang="en-US" smtClean="0"/>
              <a:pPr/>
              <a:t>10/24/2023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26EABE-744A-4AE3-B47C-B63E269CDEC1}" type="slidenum">
              <a:rPr lang="en-US" smtClean="0"/>
              <a:pPr/>
              <a:t>‹#›</a:t>
            </a:fld>
            <a:endParaRPr lang="en-US"/>
          </a:p>
        </p:txBody>
      </p:sp>
      <p:sp>
        <p:nvSpPr>
          <p:cNvPr id="24" name="TextBox 23"/>
          <p:cNvSpPr txBox="1"/>
          <p:nvPr/>
        </p:nvSpPr>
        <p:spPr>
          <a:xfrm>
            <a:off x="2317015" y="3793814"/>
            <a:ext cx="2195131" cy="2806925"/>
          </a:xfrm>
          <a:prstGeom prst="rect">
            <a:avLst/>
          </a:prstGeom>
        </p:spPr>
        <p:txBody>
          <a:bodyPr vert="horz" lIns="438912" tIns="219456" rIns="438912" bIns="219456" rtlCol="0" anchor="ctr">
            <a:noAutofit/>
          </a:bodyPr>
          <a:lstStyle/>
          <a:p>
            <a:pPr lvl="0"/>
            <a:r>
              <a:rPr lang="en-US" sz="38400" baseline="0">
                <a:ln w="3175" cmpd="sng">
                  <a:noFill/>
                </a:ln>
                <a:solidFill>
                  <a:schemeClr val="accent1">
                    <a:lumMod val="60000"/>
                    <a:lumOff val="40000"/>
                  </a:schemeClr>
                </a:solidFill>
                <a:effectLst/>
                <a:latin typeface="Arial"/>
              </a:rPr>
              <a:t>“</a:t>
            </a:r>
          </a:p>
        </p:txBody>
      </p:sp>
      <p:sp>
        <p:nvSpPr>
          <p:cNvPr id="25" name="TextBox 24"/>
          <p:cNvSpPr txBox="1"/>
          <p:nvPr/>
        </p:nvSpPr>
        <p:spPr>
          <a:xfrm>
            <a:off x="32388958" y="13855469"/>
            <a:ext cx="2195131" cy="2806925"/>
          </a:xfrm>
          <a:prstGeom prst="rect">
            <a:avLst/>
          </a:prstGeom>
        </p:spPr>
        <p:txBody>
          <a:bodyPr vert="horz" lIns="438912" tIns="219456" rIns="438912" bIns="219456" rtlCol="0" anchor="ctr">
            <a:noAutofit/>
          </a:bodyPr>
          <a:lstStyle/>
          <a:p>
            <a:pPr lvl="0"/>
            <a:r>
              <a:rPr lang="en-US" sz="38400" baseline="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8002523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926073" y="9273542"/>
            <a:ext cx="30469032" cy="12458208"/>
          </a:xfrm>
        </p:spPr>
        <p:txBody>
          <a:bodyPr anchor="b">
            <a:normAutofit/>
          </a:bodyPr>
          <a:lstStyle>
            <a:lvl1pPr algn="l">
              <a:defRPr sz="21120" b="0" cap="none"/>
            </a:lvl1pPr>
          </a:lstStyle>
          <a:p>
            <a:r>
              <a:rPr lang="en-US"/>
              <a:t>Click to edit Master title style</a:t>
            </a:r>
          </a:p>
        </p:txBody>
      </p:sp>
      <p:sp>
        <p:nvSpPr>
          <p:cNvPr id="3" name="Text Placeholder 2"/>
          <p:cNvSpPr>
            <a:spLocks noGrp="1"/>
          </p:cNvSpPr>
          <p:nvPr>
            <p:ph type="body" idx="1"/>
          </p:nvPr>
        </p:nvSpPr>
        <p:spPr>
          <a:xfrm>
            <a:off x="2926073" y="21731751"/>
            <a:ext cx="30469032" cy="7266787"/>
          </a:xfrm>
        </p:spPr>
        <p:txBody>
          <a:bodyPr anchor="t">
            <a:normAutofit/>
          </a:bodyPr>
          <a:lstStyle>
            <a:lvl1pPr marL="0" indent="0" algn="l">
              <a:buNone/>
              <a:defRPr sz="8640">
                <a:solidFill>
                  <a:schemeClr val="tx1">
                    <a:lumMod val="75000"/>
                    <a:lumOff val="25000"/>
                  </a:schemeClr>
                </a:solidFill>
              </a:defRPr>
            </a:lvl1pPr>
            <a:lvl2pPr marL="2194560" indent="0">
              <a:buNone/>
              <a:defRPr sz="8640">
                <a:solidFill>
                  <a:schemeClr val="tx1">
                    <a:tint val="75000"/>
                  </a:schemeClr>
                </a:solidFill>
              </a:defRPr>
            </a:lvl2pPr>
            <a:lvl3pPr marL="4389120" indent="0">
              <a:buNone/>
              <a:defRPr sz="7680">
                <a:solidFill>
                  <a:schemeClr val="tx1">
                    <a:tint val="75000"/>
                  </a:schemeClr>
                </a:solidFill>
              </a:defRPr>
            </a:lvl3pPr>
            <a:lvl4pPr marL="6583680" indent="0">
              <a:buNone/>
              <a:defRPr sz="6720">
                <a:solidFill>
                  <a:schemeClr val="tx1">
                    <a:tint val="75000"/>
                  </a:schemeClr>
                </a:solidFill>
              </a:defRPr>
            </a:lvl4pPr>
            <a:lvl5pPr marL="8778240" indent="0">
              <a:buNone/>
              <a:defRPr sz="6720">
                <a:solidFill>
                  <a:schemeClr val="tx1">
                    <a:tint val="75000"/>
                  </a:schemeClr>
                </a:solidFill>
              </a:defRPr>
            </a:lvl5pPr>
            <a:lvl6pPr marL="10972800" indent="0">
              <a:buNone/>
              <a:defRPr sz="6720">
                <a:solidFill>
                  <a:schemeClr val="tx1">
                    <a:tint val="75000"/>
                  </a:schemeClr>
                </a:solidFill>
              </a:defRPr>
            </a:lvl6pPr>
            <a:lvl7pPr marL="13167360" indent="0">
              <a:buNone/>
              <a:defRPr sz="6720">
                <a:solidFill>
                  <a:schemeClr val="tx1">
                    <a:tint val="75000"/>
                  </a:schemeClr>
                </a:solidFill>
              </a:defRPr>
            </a:lvl7pPr>
            <a:lvl8pPr marL="15361920" indent="0">
              <a:buNone/>
              <a:defRPr sz="6720">
                <a:solidFill>
                  <a:schemeClr val="tx1">
                    <a:tint val="75000"/>
                  </a:schemeClr>
                </a:solidFill>
              </a:defRPr>
            </a:lvl8pPr>
            <a:lvl9pPr marL="17556480" indent="0">
              <a:buNone/>
              <a:defRPr sz="672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F89F3ED-4019-40BB-88BE-9CFA21DCC591}" type="datetimeFigureOut">
              <a:rPr lang="en-US" smtClean="0"/>
              <a:pPr/>
              <a:t>10/24/2023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26EABE-744A-4AE3-B47C-B63E269CDEC1}" type="slidenum">
              <a:rPr lang="en-US" smtClean="0"/>
              <a:pPr/>
              <a:t>‹#›</a:t>
            </a:fld>
            <a:endParaRPr lang="en-US"/>
          </a:p>
        </p:txBody>
      </p:sp>
    </p:spTree>
    <p:extLst>
      <p:ext uri="{BB962C8B-B14F-4D97-AF65-F5344CB8AC3E}">
        <p14:creationId xmlns:p14="http://schemas.microsoft.com/office/powerpoint/2010/main" val="4278719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3719448" y="2926080"/>
            <a:ext cx="29146474" cy="14508480"/>
          </a:xfrm>
        </p:spPr>
        <p:txBody>
          <a:bodyPr anchor="ctr">
            <a:normAutofit/>
          </a:bodyPr>
          <a:lstStyle>
            <a:lvl1pPr algn="l">
              <a:defRPr sz="21120" b="0" cap="none"/>
            </a:lvl1pPr>
          </a:lstStyle>
          <a:p>
            <a:r>
              <a:rPr lang="en-US"/>
              <a:t>Click to edit Master title style</a:t>
            </a:r>
          </a:p>
        </p:txBody>
      </p:sp>
      <p:sp>
        <p:nvSpPr>
          <p:cNvPr id="23" name="Text Placeholder 9"/>
          <p:cNvSpPr>
            <a:spLocks noGrp="1"/>
          </p:cNvSpPr>
          <p:nvPr>
            <p:ph type="body" sz="quarter" idx="13"/>
          </p:nvPr>
        </p:nvSpPr>
        <p:spPr>
          <a:xfrm>
            <a:off x="2926066" y="19263360"/>
            <a:ext cx="30469037" cy="2468390"/>
          </a:xfrm>
        </p:spPr>
        <p:txBody>
          <a:bodyPr anchor="b">
            <a:noAutofit/>
          </a:bodyPr>
          <a:lstStyle>
            <a:lvl1pPr marL="0" indent="0">
              <a:buFontTx/>
              <a:buNone/>
              <a:defRPr sz="11520">
                <a:solidFill>
                  <a:schemeClr val="tx1">
                    <a:lumMod val="75000"/>
                    <a:lumOff val="25000"/>
                  </a:schemeClr>
                </a:solidFill>
              </a:defRPr>
            </a:lvl1pPr>
            <a:lvl2pPr marL="2194560" indent="0">
              <a:buFontTx/>
              <a:buNone/>
              <a:defRPr/>
            </a:lvl2pPr>
            <a:lvl3pPr marL="4389120" indent="0">
              <a:buFontTx/>
              <a:buNone/>
              <a:defRPr/>
            </a:lvl3pPr>
            <a:lvl4pPr marL="6583680" indent="0">
              <a:buFontTx/>
              <a:buNone/>
              <a:defRPr/>
            </a:lvl4pPr>
            <a:lvl5pPr marL="8778240" indent="0">
              <a:buFontTx/>
              <a:buNone/>
              <a:defRPr/>
            </a:lvl5pPr>
          </a:lstStyle>
          <a:p>
            <a:pPr lvl="0"/>
            <a:r>
              <a:rPr lang="en-US"/>
              <a:t>Click to edit Master text styles</a:t>
            </a:r>
          </a:p>
        </p:txBody>
      </p:sp>
      <p:sp>
        <p:nvSpPr>
          <p:cNvPr id="3" name="Text Placeholder 2"/>
          <p:cNvSpPr>
            <a:spLocks noGrp="1"/>
          </p:cNvSpPr>
          <p:nvPr>
            <p:ph type="body" idx="1"/>
          </p:nvPr>
        </p:nvSpPr>
        <p:spPr>
          <a:xfrm>
            <a:off x="2926073" y="21731751"/>
            <a:ext cx="30469032" cy="7266787"/>
          </a:xfrm>
        </p:spPr>
        <p:txBody>
          <a:bodyPr anchor="t">
            <a:normAutofit/>
          </a:bodyPr>
          <a:lstStyle>
            <a:lvl1pPr marL="0" indent="0" algn="l">
              <a:buNone/>
              <a:defRPr sz="8640">
                <a:solidFill>
                  <a:schemeClr val="tx1">
                    <a:lumMod val="50000"/>
                    <a:lumOff val="50000"/>
                  </a:schemeClr>
                </a:solidFill>
              </a:defRPr>
            </a:lvl1pPr>
            <a:lvl2pPr marL="2194560" indent="0">
              <a:buNone/>
              <a:defRPr sz="8640">
                <a:solidFill>
                  <a:schemeClr val="tx1">
                    <a:tint val="75000"/>
                  </a:schemeClr>
                </a:solidFill>
              </a:defRPr>
            </a:lvl2pPr>
            <a:lvl3pPr marL="4389120" indent="0">
              <a:buNone/>
              <a:defRPr sz="7680">
                <a:solidFill>
                  <a:schemeClr val="tx1">
                    <a:tint val="75000"/>
                  </a:schemeClr>
                </a:solidFill>
              </a:defRPr>
            </a:lvl3pPr>
            <a:lvl4pPr marL="6583680" indent="0">
              <a:buNone/>
              <a:defRPr sz="6720">
                <a:solidFill>
                  <a:schemeClr val="tx1">
                    <a:tint val="75000"/>
                  </a:schemeClr>
                </a:solidFill>
              </a:defRPr>
            </a:lvl4pPr>
            <a:lvl5pPr marL="8778240" indent="0">
              <a:buNone/>
              <a:defRPr sz="6720">
                <a:solidFill>
                  <a:schemeClr val="tx1">
                    <a:tint val="75000"/>
                  </a:schemeClr>
                </a:solidFill>
              </a:defRPr>
            </a:lvl5pPr>
            <a:lvl6pPr marL="10972800" indent="0">
              <a:buNone/>
              <a:defRPr sz="6720">
                <a:solidFill>
                  <a:schemeClr val="tx1">
                    <a:tint val="75000"/>
                  </a:schemeClr>
                </a:solidFill>
              </a:defRPr>
            </a:lvl6pPr>
            <a:lvl7pPr marL="13167360" indent="0">
              <a:buNone/>
              <a:defRPr sz="6720">
                <a:solidFill>
                  <a:schemeClr val="tx1">
                    <a:tint val="75000"/>
                  </a:schemeClr>
                </a:solidFill>
              </a:defRPr>
            </a:lvl7pPr>
            <a:lvl8pPr marL="15361920" indent="0">
              <a:buNone/>
              <a:defRPr sz="6720">
                <a:solidFill>
                  <a:schemeClr val="tx1">
                    <a:tint val="75000"/>
                  </a:schemeClr>
                </a:solidFill>
              </a:defRPr>
            </a:lvl8pPr>
            <a:lvl9pPr marL="17556480" indent="0">
              <a:buNone/>
              <a:defRPr sz="672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F89F3ED-4019-40BB-88BE-9CFA21DCC591}" type="datetimeFigureOut">
              <a:rPr lang="en-US" smtClean="0"/>
              <a:pPr/>
              <a:t>10/24/2023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26EABE-744A-4AE3-B47C-B63E269CDEC1}" type="slidenum">
              <a:rPr lang="en-US" smtClean="0"/>
              <a:pPr/>
              <a:t>‹#›</a:t>
            </a:fld>
            <a:endParaRPr lang="en-US"/>
          </a:p>
        </p:txBody>
      </p:sp>
      <p:sp>
        <p:nvSpPr>
          <p:cNvPr id="24" name="TextBox 23"/>
          <p:cNvSpPr txBox="1"/>
          <p:nvPr/>
        </p:nvSpPr>
        <p:spPr>
          <a:xfrm>
            <a:off x="2317015" y="3793814"/>
            <a:ext cx="2195131" cy="2806925"/>
          </a:xfrm>
          <a:prstGeom prst="rect">
            <a:avLst/>
          </a:prstGeom>
        </p:spPr>
        <p:txBody>
          <a:bodyPr vert="horz" lIns="438912" tIns="219456" rIns="438912" bIns="219456" rtlCol="0" anchor="ctr">
            <a:noAutofit/>
          </a:bodyPr>
          <a:lstStyle/>
          <a:p>
            <a:pPr lvl="0"/>
            <a:r>
              <a:rPr lang="en-US" sz="38400" baseline="0">
                <a:ln w="3175" cmpd="sng">
                  <a:noFill/>
                </a:ln>
                <a:solidFill>
                  <a:schemeClr val="accent1">
                    <a:lumMod val="60000"/>
                    <a:lumOff val="40000"/>
                  </a:schemeClr>
                </a:solidFill>
                <a:effectLst/>
                <a:latin typeface="Arial"/>
              </a:rPr>
              <a:t>“</a:t>
            </a:r>
          </a:p>
        </p:txBody>
      </p:sp>
      <p:sp>
        <p:nvSpPr>
          <p:cNvPr id="25" name="TextBox 24"/>
          <p:cNvSpPr txBox="1"/>
          <p:nvPr/>
        </p:nvSpPr>
        <p:spPr>
          <a:xfrm>
            <a:off x="32388958" y="13855469"/>
            <a:ext cx="2195131" cy="2806925"/>
          </a:xfrm>
          <a:prstGeom prst="rect">
            <a:avLst/>
          </a:prstGeom>
        </p:spPr>
        <p:txBody>
          <a:bodyPr vert="horz" lIns="438912" tIns="219456" rIns="438912" bIns="219456" rtlCol="0" anchor="ctr">
            <a:noAutofit/>
          </a:bodyPr>
          <a:lstStyle/>
          <a:p>
            <a:pPr lvl="0"/>
            <a:r>
              <a:rPr lang="en-US" sz="38400" baseline="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5151133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956073" y="2926080"/>
            <a:ext cx="30439032" cy="14508480"/>
          </a:xfrm>
        </p:spPr>
        <p:txBody>
          <a:bodyPr anchor="ctr">
            <a:normAutofit/>
          </a:bodyPr>
          <a:lstStyle>
            <a:lvl1pPr algn="l">
              <a:defRPr sz="21120" b="0" cap="none"/>
            </a:lvl1pPr>
          </a:lstStyle>
          <a:p>
            <a:r>
              <a:rPr lang="en-US"/>
              <a:t>Click to edit Master title style</a:t>
            </a:r>
          </a:p>
        </p:txBody>
      </p:sp>
      <p:sp>
        <p:nvSpPr>
          <p:cNvPr id="23" name="Text Placeholder 9"/>
          <p:cNvSpPr>
            <a:spLocks noGrp="1"/>
          </p:cNvSpPr>
          <p:nvPr>
            <p:ph type="body" sz="quarter" idx="13"/>
          </p:nvPr>
        </p:nvSpPr>
        <p:spPr>
          <a:xfrm>
            <a:off x="2926066" y="19263360"/>
            <a:ext cx="30469037" cy="2468390"/>
          </a:xfrm>
        </p:spPr>
        <p:txBody>
          <a:bodyPr anchor="b">
            <a:noAutofit/>
          </a:bodyPr>
          <a:lstStyle>
            <a:lvl1pPr marL="0" indent="0">
              <a:buFontTx/>
              <a:buNone/>
              <a:defRPr sz="11520">
                <a:solidFill>
                  <a:schemeClr val="accent1"/>
                </a:solidFill>
              </a:defRPr>
            </a:lvl1pPr>
            <a:lvl2pPr marL="2194560" indent="0">
              <a:buFontTx/>
              <a:buNone/>
              <a:defRPr/>
            </a:lvl2pPr>
            <a:lvl3pPr marL="4389120" indent="0">
              <a:buFontTx/>
              <a:buNone/>
              <a:defRPr/>
            </a:lvl3pPr>
            <a:lvl4pPr marL="6583680" indent="0">
              <a:buFontTx/>
              <a:buNone/>
              <a:defRPr/>
            </a:lvl4pPr>
            <a:lvl5pPr marL="8778240" indent="0">
              <a:buFontTx/>
              <a:buNone/>
              <a:defRPr/>
            </a:lvl5pPr>
          </a:lstStyle>
          <a:p>
            <a:pPr lvl="0"/>
            <a:r>
              <a:rPr lang="en-US"/>
              <a:t>Click to edit Master text styles</a:t>
            </a:r>
          </a:p>
        </p:txBody>
      </p:sp>
      <p:sp>
        <p:nvSpPr>
          <p:cNvPr id="3" name="Text Placeholder 2"/>
          <p:cNvSpPr>
            <a:spLocks noGrp="1"/>
          </p:cNvSpPr>
          <p:nvPr>
            <p:ph type="body" idx="1"/>
          </p:nvPr>
        </p:nvSpPr>
        <p:spPr>
          <a:xfrm>
            <a:off x="2926073" y="21731751"/>
            <a:ext cx="30469032" cy="7266787"/>
          </a:xfrm>
        </p:spPr>
        <p:txBody>
          <a:bodyPr anchor="t">
            <a:normAutofit/>
          </a:bodyPr>
          <a:lstStyle>
            <a:lvl1pPr marL="0" indent="0" algn="l">
              <a:buNone/>
              <a:defRPr sz="8640">
                <a:solidFill>
                  <a:schemeClr val="tx1">
                    <a:lumMod val="50000"/>
                    <a:lumOff val="50000"/>
                  </a:schemeClr>
                </a:solidFill>
              </a:defRPr>
            </a:lvl1pPr>
            <a:lvl2pPr marL="2194560" indent="0">
              <a:buNone/>
              <a:defRPr sz="8640">
                <a:solidFill>
                  <a:schemeClr val="tx1">
                    <a:tint val="75000"/>
                  </a:schemeClr>
                </a:solidFill>
              </a:defRPr>
            </a:lvl2pPr>
            <a:lvl3pPr marL="4389120" indent="0">
              <a:buNone/>
              <a:defRPr sz="7680">
                <a:solidFill>
                  <a:schemeClr val="tx1">
                    <a:tint val="75000"/>
                  </a:schemeClr>
                </a:solidFill>
              </a:defRPr>
            </a:lvl3pPr>
            <a:lvl4pPr marL="6583680" indent="0">
              <a:buNone/>
              <a:defRPr sz="6720">
                <a:solidFill>
                  <a:schemeClr val="tx1">
                    <a:tint val="75000"/>
                  </a:schemeClr>
                </a:solidFill>
              </a:defRPr>
            </a:lvl4pPr>
            <a:lvl5pPr marL="8778240" indent="0">
              <a:buNone/>
              <a:defRPr sz="6720">
                <a:solidFill>
                  <a:schemeClr val="tx1">
                    <a:tint val="75000"/>
                  </a:schemeClr>
                </a:solidFill>
              </a:defRPr>
            </a:lvl5pPr>
            <a:lvl6pPr marL="10972800" indent="0">
              <a:buNone/>
              <a:defRPr sz="6720">
                <a:solidFill>
                  <a:schemeClr val="tx1">
                    <a:tint val="75000"/>
                  </a:schemeClr>
                </a:solidFill>
              </a:defRPr>
            </a:lvl6pPr>
            <a:lvl7pPr marL="13167360" indent="0">
              <a:buNone/>
              <a:defRPr sz="6720">
                <a:solidFill>
                  <a:schemeClr val="tx1">
                    <a:tint val="75000"/>
                  </a:schemeClr>
                </a:solidFill>
              </a:defRPr>
            </a:lvl7pPr>
            <a:lvl8pPr marL="15361920" indent="0">
              <a:buNone/>
              <a:defRPr sz="6720">
                <a:solidFill>
                  <a:schemeClr val="tx1">
                    <a:tint val="75000"/>
                  </a:schemeClr>
                </a:solidFill>
              </a:defRPr>
            </a:lvl8pPr>
            <a:lvl9pPr marL="17556480" indent="0">
              <a:buNone/>
              <a:defRPr sz="672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F89F3ED-4019-40BB-88BE-9CFA21DCC591}" type="datetimeFigureOut">
              <a:rPr lang="en-US" smtClean="0"/>
              <a:pPr/>
              <a:t>10/24/2023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26EABE-744A-4AE3-B47C-B63E269CDEC1}" type="slidenum">
              <a:rPr lang="en-US" smtClean="0"/>
              <a:pPr/>
              <a:t>‹#›</a:t>
            </a:fld>
            <a:endParaRPr lang="en-US"/>
          </a:p>
        </p:txBody>
      </p:sp>
    </p:spTree>
    <p:extLst>
      <p:ext uri="{BB962C8B-B14F-4D97-AF65-F5344CB8AC3E}">
        <p14:creationId xmlns:p14="http://schemas.microsoft.com/office/powerpoint/2010/main" val="296116034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F89F3ED-4019-40BB-88BE-9CFA21DCC591}" type="datetimeFigureOut">
              <a:rPr lang="en-US" smtClean="0"/>
              <a:pPr/>
              <a:t>10/24/2023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26EABE-744A-4AE3-B47C-B63E269CDEC1}" type="slidenum">
              <a:rPr lang="en-US" smtClean="0"/>
              <a:pPr/>
              <a:t>‹#›</a:t>
            </a:fld>
            <a:endParaRPr lang="en-US"/>
          </a:p>
        </p:txBody>
      </p:sp>
    </p:spTree>
    <p:extLst>
      <p:ext uri="{BB962C8B-B14F-4D97-AF65-F5344CB8AC3E}">
        <p14:creationId xmlns:p14="http://schemas.microsoft.com/office/powerpoint/2010/main" val="424136842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8691097" y="2926082"/>
            <a:ext cx="4698298" cy="25206965"/>
          </a:xfrm>
        </p:spPr>
        <p:txBody>
          <a:bodyPr vert="eaVert" anchor="ctr"/>
          <a:lstStyle/>
          <a:p>
            <a:r>
              <a:rPr lang="en-US"/>
              <a:t>Click to edit Master title style</a:t>
            </a:r>
          </a:p>
        </p:txBody>
      </p:sp>
      <p:sp>
        <p:nvSpPr>
          <p:cNvPr id="3" name="Vertical Text Placeholder 2"/>
          <p:cNvSpPr>
            <a:spLocks noGrp="1"/>
          </p:cNvSpPr>
          <p:nvPr>
            <p:ph type="body" orient="vert" idx="1"/>
          </p:nvPr>
        </p:nvSpPr>
        <p:spPr>
          <a:xfrm>
            <a:off x="2926075" y="2926082"/>
            <a:ext cx="24936125" cy="252069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F89F3ED-4019-40BB-88BE-9CFA21DCC591}" type="datetimeFigureOut">
              <a:rPr lang="en-US" smtClean="0"/>
              <a:pPr/>
              <a:t>10/24/2023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26EABE-744A-4AE3-B47C-B63E269CDEC1}" type="slidenum">
              <a:rPr lang="en-US" smtClean="0"/>
              <a:pPr/>
              <a:t>‹#›</a:t>
            </a:fld>
            <a:endParaRPr lang="en-US"/>
          </a:p>
        </p:txBody>
      </p:sp>
    </p:spTree>
    <p:extLst>
      <p:ext uri="{BB962C8B-B14F-4D97-AF65-F5344CB8AC3E}">
        <p14:creationId xmlns:p14="http://schemas.microsoft.com/office/powerpoint/2010/main" val="20793251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7" name="Group 16"/>
          <p:cNvGrpSpPr/>
          <p:nvPr/>
        </p:nvGrpSpPr>
        <p:grpSpPr>
          <a:xfrm>
            <a:off x="-40639" y="-40644"/>
            <a:ext cx="44022322" cy="32999688"/>
            <a:chOff x="-8467" y="-8468"/>
            <a:chExt cx="9171317" cy="6874935"/>
          </a:xfrm>
        </p:grpSpPr>
        <p:sp>
          <p:nvSpPr>
            <p:cNvPr id="7" name="Freeform 6"/>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8" name="Straight Connector 7"/>
            <p:cNvCxnSpPr/>
            <p:nvPr/>
          </p:nvCxnSpPr>
          <p:spPr>
            <a:xfrm flipV="1">
              <a:off x="5130830" y="4175605"/>
              <a:ext cx="4022475" cy="2682396"/>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7042707"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10" name="Freeform 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1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a:off x="8094165"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2">
                <a:lumMod val="75000"/>
                <a:alpha val="8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Freeform 15"/>
            <p:cNvSpPr/>
            <p:nvPr/>
          </p:nvSpPr>
          <p:spPr>
            <a:xfrm>
              <a:off x="8068764"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2926078" y="2926080"/>
            <a:ext cx="30469022" cy="6339840"/>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p:cNvSpPr>
            <a:spLocks noGrp="1"/>
          </p:cNvSpPr>
          <p:nvPr>
            <p:ph type="body" idx="1"/>
          </p:nvPr>
        </p:nvSpPr>
        <p:spPr>
          <a:xfrm>
            <a:off x="2926075" y="10370835"/>
            <a:ext cx="30469027" cy="1862771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25945238" y="28998545"/>
            <a:ext cx="3283834" cy="1752600"/>
          </a:xfrm>
          <a:prstGeom prst="rect">
            <a:avLst/>
          </a:prstGeom>
        </p:spPr>
        <p:txBody>
          <a:bodyPr vert="horz" lIns="91440" tIns="45720" rIns="91440" bIns="45720" rtlCol="0" anchor="ctr"/>
          <a:lstStyle>
            <a:lvl1pPr algn="r">
              <a:defRPr sz="4320">
                <a:solidFill>
                  <a:schemeClr val="tx1">
                    <a:tint val="75000"/>
                  </a:schemeClr>
                </a:solidFill>
              </a:defRPr>
            </a:lvl1pPr>
          </a:lstStyle>
          <a:p>
            <a:fld id="{3F89F3ED-4019-40BB-88BE-9CFA21DCC591}" type="datetimeFigureOut">
              <a:rPr lang="en-US" smtClean="0"/>
              <a:pPr/>
              <a:t>10/24/2023</a:t>
            </a:fld>
            <a:endParaRPr lang="en-US"/>
          </a:p>
        </p:txBody>
      </p:sp>
      <p:sp>
        <p:nvSpPr>
          <p:cNvPr id="5" name="Footer Placeholder 4"/>
          <p:cNvSpPr>
            <a:spLocks noGrp="1"/>
          </p:cNvSpPr>
          <p:nvPr>
            <p:ph type="ftr" sz="quarter" idx="3"/>
          </p:nvPr>
        </p:nvSpPr>
        <p:spPr>
          <a:xfrm>
            <a:off x="2926078" y="28998545"/>
            <a:ext cx="22190270" cy="1752600"/>
          </a:xfrm>
          <a:prstGeom prst="rect">
            <a:avLst/>
          </a:prstGeom>
        </p:spPr>
        <p:txBody>
          <a:bodyPr vert="horz" lIns="91440" tIns="45720" rIns="91440" bIns="45720" rtlCol="0" anchor="ctr"/>
          <a:lstStyle>
            <a:lvl1pPr algn="l">
              <a:defRPr sz="432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30934445" y="28998545"/>
            <a:ext cx="2460662" cy="1752600"/>
          </a:xfrm>
          <a:prstGeom prst="rect">
            <a:avLst/>
          </a:prstGeom>
        </p:spPr>
        <p:txBody>
          <a:bodyPr vert="horz" lIns="91440" tIns="45720" rIns="91440" bIns="45720" rtlCol="0" anchor="ctr"/>
          <a:lstStyle>
            <a:lvl1pPr algn="r">
              <a:defRPr sz="4320">
                <a:solidFill>
                  <a:schemeClr val="accent1"/>
                </a:solidFill>
              </a:defRPr>
            </a:lvl1pPr>
          </a:lstStyle>
          <a:p>
            <a:fld id="{5F26EABE-744A-4AE3-B47C-B63E269CDEC1}" type="slidenum">
              <a:rPr lang="en-US" smtClean="0"/>
              <a:pPr/>
              <a:t>‹#›</a:t>
            </a:fld>
            <a:endParaRPr lang="en-US"/>
          </a:p>
        </p:txBody>
      </p:sp>
    </p:spTree>
    <p:extLst>
      <p:ext uri="{BB962C8B-B14F-4D97-AF65-F5344CB8AC3E}">
        <p14:creationId xmlns:p14="http://schemas.microsoft.com/office/powerpoint/2010/main" val="3142051066"/>
      </p:ext>
    </p:extLst>
  </p:cSld>
  <p:clrMap bg1="lt1" tx1="dk1" bg2="lt2" tx2="dk2" accent1="accent1" accent2="accent2" accent3="accent3" accent4="accent4" accent5="accent5" accent6="accent6" hlink="hlink" folHlink="folHlink"/>
  <p:sldLayoutIdLst>
    <p:sldLayoutId id="2147483806" r:id="rId1"/>
    <p:sldLayoutId id="2147483807" r:id="rId2"/>
    <p:sldLayoutId id="2147483808" r:id="rId3"/>
    <p:sldLayoutId id="2147483809" r:id="rId4"/>
    <p:sldLayoutId id="2147483810" r:id="rId5"/>
    <p:sldLayoutId id="2147483811" r:id="rId6"/>
    <p:sldLayoutId id="2147483812" r:id="rId7"/>
    <p:sldLayoutId id="2147483813" r:id="rId8"/>
    <p:sldLayoutId id="2147483814" r:id="rId9"/>
    <p:sldLayoutId id="2147483815" r:id="rId10"/>
    <p:sldLayoutId id="2147483816" r:id="rId11"/>
    <p:sldLayoutId id="2147483817" r:id="rId12"/>
    <p:sldLayoutId id="2147483818" r:id="rId13"/>
    <p:sldLayoutId id="2147483819" r:id="rId14"/>
    <p:sldLayoutId id="2147483820" r:id="rId15"/>
    <p:sldLayoutId id="2147483821" r:id="rId16"/>
  </p:sldLayoutIdLst>
  <p:txStyles>
    <p:titleStyle>
      <a:lvl1pPr algn="l" defTabSz="2194560" rtl="0" eaLnBrk="1" latinLnBrk="0" hangingPunct="1">
        <a:spcBef>
          <a:spcPct val="0"/>
        </a:spcBef>
        <a:buNone/>
        <a:defRPr sz="1728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1645920" indent="-1645920" algn="l" defTabSz="2194560" rtl="0" eaLnBrk="1" latinLnBrk="0" hangingPunct="1">
        <a:spcBef>
          <a:spcPts val="4800"/>
        </a:spcBef>
        <a:spcAft>
          <a:spcPts val="0"/>
        </a:spcAft>
        <a:buClr>
          <a:schemeClr val="accent1"/>
        </a:buClr>
        <a:buSzPct val="80000"/>
        <a:buFont typeface="Wingdings 3" charset="2"/>
        <a:buChar char=""/>
        <a:defRPr sz="8640" kern="1200">
          <a:solidFill>
            <a:schemeClr val="tx1">
              <a:lumMod val="75000"/>
              <a:lumOff val="25000"/>
            </a:schemeClr>
          </a:solidFill>
          <a:latin typeface="+mn-lt"/>
          <a:ea typeface="+mn-ea"/>
          <a:cs typeface="+mn-cs"/>
        </a:defRPr>
      </a:lvl1pPr>
      <a:lvl2pPr marL="3566160" indent="-1371600" algn="l" defTabSz="2194560" rtl="0" eaLnBrk="1" latinLnBrk="0" hangingPunct="1">
        <a:spcBef>
          <a:spcPts val="4800"/>
        </a:spcBef>
        <a:spcAft>
          <a:spcPts val="0"/>
        </a:spcAft>
        <a:buClr>
          <a:schemeClr val="accent1"/>
        </a:buClr>
        <a:buSzPct val="80000"/>
        <a:buFont typeface="Wingdings 3" charset="2"/>
        <a:buChar char=""/>
        <a:defRPr sz="7680" kern="1200">
          <a:solidFill>
            <a:schemeClr val="tx1">
              <a:lumMod val="75000"/>
              <a:lumOff val="25000"/>
            </a:schemeClr>
          </a:solidFill>
          <a:latin typeface="+mn-lt"/>
          <a:ea typeface="+mn-ea"/>
          <a:cs typeface="+mn-cs"/>
        </a:defRPr>
      </a:lvl2pPr>
      <a:lvl3pPr marL="5486400" indent="-1097280" algn="l" defTabSz="2194560" rtl="0" eaLnBrk="1" latinLnBrk="0" hangingPunct="1">
        <a:spcBef>
          <a:spcPts val="4800"/>
        </a:spcBef>
        <a:spcAft>
          <a:spcPts val="0"/>
        </a:spcAft>
        <a:buClr>
          <a:schemeClr val="accent1"/>
        </a:buClr>
        <a:buSzPct val="80000"/>
        <a:buFont typeface="Wingdings 3" charset="2"/>
        <a:buChar char=""/>
        <a:defRPr sz="6720" kern="1200">
          <a:solidFill>
            <a:schemeClr val="tx1">
              <a:lumMod val="75000"/>
              <a:lumOff val="25000"/>
            </a:schemeClr>
          </a:solidFill>
          <a:latin typeface="+mn-lt"/>
          <a:ea typeface="+mn-ea"/>
          <a:cs typeface="+mn-cs"/>
        </a:defRPr>
      </a:lvl3pPr>
      <a:lvl4pPr marL="7680960" indent="-1097280" algn="l" defTabSz="2194560" rtl="0" eaLnBrk="1" latinLnBrk="0" hangingPunct="1">
        <a:spcBef>
          <a:spcPts val="4800"/>
        </a:spcBef>
        <a:spcAft>
          <a:spcPts val="0"/>
        </a:spcAft>
        <a:buClr>
          <a:schemeClr val="accent1"/>
        </a:buClr>
        <a:buSzPct val="80000"/>
        <a:buFont typeface="Wingdings 3" charset="2"/>
        <a:buChar char=""/>
        <a:defRPr sz="5760" kern="1200">
          <a:solidFill>
            <a:schemeClr val="tx1">
              <a:lumMod val="75000"/>
              <a:lumOff val="25000"/>
            </a:schemeClr>
          </a:solidFill>
          <a:latin typeface="+mn-lt"/>
          <a:ea typeface="+mn-ea"/>
          <a:cs typeface="+mn-cs"/>
        </a:defRPr>
      </a:lvl4pPr>
      <a:lvl5pPr marL="9875520" indent="-1097280" algn="l" defTabSz="2194560" rtl="0" eaLnBrk="1" latinLnBrk="0" hangingPunct="1">
        <a:spcBef>
          <a:spcPts val="4800"/>
        </a:spcBef>
        <a:spcAft>
          <a:spcPts val="0"/>
        </a:spcAft>
        <a:buClr>
          <a:schemeClr val="accent1"/>
        </a:buClr>
        <a:buSzPct val="80000"/>
        <a:buFont typeface="Wingdings 3" charset="2"/>
        <a:buChar char=""/>
        <a:defRPr sz="5760" kern="1200">
          <a:solidFill>
            <a:schemeClr val="tx1">
              <a:lumMod val="75000"/>
              <a:lumOff val="25000"/>
            </a:schemeClr>
          </a:solidFill>
          <a:latin typeface="+mn-lt"/>
          <a:ea typeface="+mn-ea"/>
          <a:cs typeface="+mn-cs"/>
        </a:defRPr>
      </a:lvl5pPr>
      <a:lvl6pPr marL="12070080" indent="-1097280" algn="l" defTabSz="2194560" rtl="0" eaLnBrk="1" latinLnBrk="0" hangingPunct="1">
        <a:spcBef>
          <a:spcPts val="4800"/>
        </a:spcBef>
        <a:spcAft>
          <a:spcPts val="0"/>
        </a:spcAft>
        <a:buClr>
          <a:schemeClr val="accent1"/>
        </a:buClr>
        <a:buSzPct val="80000"/>
        <a:buFont typeface="Wingdings 3" charset="2"/>
        <a:buChar char=""/>
        <a:defRPr sz="5760" kern="1200">
          <a:solidFill>
            <a:schemeClr val="tx1">
              <a:lumMod val="75000"/>
              <a:lumOff val="25000"/>
            </a:schemeClr>
          </a:solidFill>
          <a:latin typeface="+mn-lt"/>
          <a:ea typeface="+mn-ea"/>
          <a:cs typeface="+mn-cs"/>
        </a:defRPr>
      </a:lvl6pPr>
      <a:lvl7pPr marL="14264640" indent="-1097280" algn="l" defTabSz="2194560" rtl="0" eaLnBrk="1" latinLnBrk="0" hangingPunct="1">
        <a:spcBef>
          <a:spcPts val="4800"/>
        </a:spcBef>
        <a:spcAft>
          <a:spcPts val="0"/>
        </a:spcAft>
        <a:buClr>
          <a:schemeClr val="accent1"/>
        </a:buClr>
        <a:buSzPct val="80000"/>
        <a:buFont typeface="Wingdings 3" charset="2"/>
        <a:buChar char=""/>
        <a:defRPr sz="5760" kern="1200">
          <a:solidFill>
            <a:schemeClr val="tx1">
              <a:lumMod val="75000"/>
              <a:lumOff val="25000"/>
            </a:schemeClr>
          </a:solidFill>
          <a:latin typeface="+mn-lt"/>
          <a:ea typeface="+mn-ea"/>
          <a:cs typeface="+mn-cs"/>
        </a:defRPr>
      </a:lvl7pPr>
      <a:lvl8pPr marL="16459200" indent="-1097280" algn="l" defTabSz="2194560" rtl="0" eaLnBrk="1" latinLnBrk="0" hangingPunct="1">
        <a:spcBef>
          <a:spcPts val="4800"/>
        </a:spcBef>
        <a:spcAft>
          <a:spcPts val="0"/>
        </a:spcAft>
        <a:buClr>
          <a:schemeClr val="accent1"/>
        </a:buClr>
        <a:buSzPct val="80000"/>
        <a:buFont typeface="Wingdings 3" charset="2"/>
        <a:buChar char=""/>
        <a:defRPr sz="5760" kern="1200">
          <a:solidFill>
            <a:schemeClr val="tx1">
              <a:lumMod val="75000"/>
              <a:lumOff val="25000"/>
            </a:schemeClr>
          </a:solidFill>
          <a:latin typeface="+mn-lt"/>
          <a:ea typeface="+mn-ea"/>
          <a:cs typeface="+mn-cs"/>
        </a:defRPr>
      </a:lvl8pPr>
      <a:lvl9pPr marL="18653760" indent="-1097280" algn="l" defTabSz="2194560" rtl="0" eaLnBrk="1" latinLnBrk="0" hangingPunct="1">
        <a:spcBef>
          <a:spcPts val="4800"/>
        </a:spcBef>
        <a:spcAft>
          <a:spcPts val="0"/>
        </a:spcAft>
        <a:buClr>
          <a:schemeClr val="accent1"/>
        </a:buClr>
        <a:buSzPct val="80000"/>
        <a:buFont typeface="Wingdings 3" charset="2"/>
        <a:buChar char=""/>
        <a:defRPr sz="5760" kern="1200">
          <a:solidFill>
            <a:schemeClr val="tx1">
              <a:lumMod val="75000"/>
              <a:lumOff val="25000"/>
            </a:schemeClr>
          </a:solidFill>
          <a:latin typeface="+mn-lt"/>
          <a:ea typeface="+mn-ea"/>
          <a:cs typeface="+mn-cs"/>
        </a:defRPr>
      </a:lvl9pPr>
    </p:bodyStyle>
    <p:otherStyle>
      <a:defPPr>
        <a:defRPr lang="en-US"/>
      </a:defPPr>
      <a:lvl1pPr marL="0" algn="l" defTabSz="2194560" rtl="0" eaLnBrk="1" latinLnBrk="0" hangingPunct="1">
        <a:defRPr sz="8640" kern="1200">
          <a:solidFill>
            <a:schemeClr val="tx1"/>
          </a:solidFill>
          <a:latin typeface="+mn-lt"/>
          <a:ea typeface="+mn-ea"/>
          <a:cs typeface="+mn-cs"/>
        </a:defRPr>
      </a:lvl1pPr>
      <a:lvl2pPr marL="2194560" algn="l" defTabSz="2194560" rtl="0" eaLnBrk="1" latinLnBrk="0" hangingPunct="1">
        <a:defRPr sz="8640" kern="1200">
          <a:solidFill>
            <a:schemeClr val="tx1"/>
          </a:solidFill>
          <a:latin typeface="+mn-lt"/>
          <a:ea typeface="+mn-ea"/>
          <a:cs typeface="+mn-cs"/>
        </a:defRPr>
      </a:lvl2pPr>
      <a:lvl3pPr marL="4389120" algn="l" defTabSz="2194560" rtl="0" eaLnBrk="1" latinLnBrk="0" hangingPunct="1">
        <a:defRPr sz="8640" kern="1200">
          <a:solidFill>
            <a:schemeClr val="tx1"/>
          </a:solidFill>
          <a:latin typeface="+mn-lt"/>
          <a:ea typeface="+mn-ea"/>
          <a:cs typeface="+mn-cs"/>
        </a:defRPr>
      </a:lvl3pPr>
      <a:lvl4pPr marL="6583680" algn="l" defTabSz="2194560" rtl="0" eaLnBrk="1" latinLnBrk="0" hangingPunct="1">
        <a:defRPr sz="8640" kern="1200">
          <a:solidFill>
            <a:schemeClr val="tx1"/>
          </a:solidFill>
          <a:latin typeface="+mn-lt"/>
          <a:ea typeface="+mn-ea"/>
          <a:cs typeface="+mn-cs"/>
        </a:defRPr>
      </a:lvl4pPr>
      <a:lvl5pPr marL="8778240" algn="l" defTabSz="2194560" rtl="0" eaLnBrk="1" latinLnBrk="0" hangingPunct="1">
        <a:defRPr sz="8640" kern="1200">
          <a:solidFill>
            <a:schemeClr val="tx1"/>
          </a:solidFill>
          <a:latin typeface="+mn-lt"/>
          <a:ea typeface="+mn-ea"/>
          <a:cs typeface="+mn-cs"/>
        </a:defRPr>
      </a:lvl5pPr>
      <a:lvl6pPr marL="10972800" algn="l" defTabSz="2194560" rtl="0" eaLnBrk="1" latinLnBrk="0" hangingPunct="1">
        <a:defRPr sz="8640" kern="1200">
          <a:solidFill>
            <a:schemeClr val="tx1"/>
          </a:solidFill>
          <a:latin typeface="+mn-lt"/>
          <a:ea typeface="+mn-ea"/>
          <a:cs typeface="+mn-cs"/>
        </a:defRPr>
      </a:lvl6pPr>
      <a:lvl7pPr marL="13167360" algn="l" defTabSz="2194560" rtl="0" eaLnBrk="1" latinLnBrk="0" hangingPunct="1">
        <a:defRPr sz="8640" kern="1200">
          <a:solidFill>
            <a:schemeClr val="tx1"/>
          </a:solidFill>
          <a:latin typeface="+mn-lt"/>
          <a:ea typeface="+mn-ea"/>
          <a:cs typeface="+mn-cs"/>
        </a:defRPr>
      </a:lvl7pPr>
      <a:lvl8pPr marL="15361920" algn="l" defTabSz="2194560" rtl="0" eaLnBrk="1" latinLnBrk="0" hangingPunct="1">
        <a:defRPr sz="8640" kern="1200">
          <a:solidFill>
            <a:schemeClr val="tx1"/>
          </a:solidFill>
          <a:latin typeface="+mn-lt"/>
          <a:ea typeface="+mn-ea"/>
          <a:cs typeface="+mn-cs"/>
        </a:defRPr>
      </a:lvl8pPr>
      <a:lvl9pPr marL="17556480" algn="l" defTabSz="2194560" rtl="0" eaLnBrk="1" latinLnBrk="0" hangingPunct="1">
        <a:defRPr sz="864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hyperlink" Target="mailto:bgautam@uncfsu.edu" TargetMode="External"/><Relationship Id="rId7"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3.jpeg"/><Relationship Id="rId5" Type="http://schemas.openxmlformats.org/officeDocument/2006/relationships/image" Target="../media/image2.png"/><Relationship Id="rId10" Type="http://schemas.openxmlformats.org/officeDocument/2006/relationships/image" Target="../media/image7.png"/><Relationship Id="rId4" Type="http://schemas.openxmlformats.org/officeDocument/2006/relationships/image" Target="../media/image1.png"/><Relationship Id="rId9" Type="http://schemas.openxmlformats.org/officeDocument/2006/relationships/image" Target="../media/image6.emf"/></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09AA7DAF-0F25-3C8F-9675-B79E6B3F2E34}"/>
              </a:ext>
            </a:extLst>
          </p:cNvPr>
          <p:cNvSpPr/>
          <p:nvPr/>
        </p:nvSpPr>
        <p:spPr>
          <a:xfrm>
            <a:off x="14249400" y="12420141"/>
            <a:ext cx="14211671" cy="6477459"/>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a:spcBef>
                <a:spcPct val="0"/>
              </a:spcBef>
            </a:pPr>
            <a:endParaRPr lang="en-US" altLang="en-US" sz="4000">
              <a:latin typeface="Times New Roman" panose="02020603050405020304" pitchFamily="18" charset="0"/>
              <a:cs typeface="Times New Roman" panose="02020603050405020304" pitchFamily="18" charset="0"/>
            </a:endParaRPr>
          </a:p>
        </p:txBody>
      </p:sp>
      <p:sp>
        <p:nvSpPr>
          <p:cNvPr id="22" name="Rectangle 21"/>
          <p:cNvSpPr/>
          <p:nvPr/>
        </p:nvSpPr>
        <p:spPr>
          <a:xfrm>
            <a:off x="28803600" y="4734792"/>
            <a:ext cx="14693898" cy="11765571"/>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1920"/>
          </a:p>
        </p:txBody>
      </p:sp>
      <p:sp>
        <p:nvSpPr>
          <p:cNvPr id="4" name="TextBox 3"/>
          <p:cNvSpPr txBox="1"/>
          <p:nvPr/>
        </p:nvSpPr>
        <p:spPr>
          <a:xfrm>
            <a:off x="291898" y="219181"/>
            <a:ext cx="43247042" cy="4093428"/>
          </a:xfrm>
          <a:prstGeom prst="rect">
            <a:avLst/>
          </a:prstGeom>
          <a:ln/>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en-US" sz="6000" b="1">
                <a:solidFill>
                  <a:srgbClr val="000000"/>
                </a:solidFill>
                <a:effectLst/>
                <a:latin typeface="Times New Roman" panose="02020603050405020304" pitchFamily="18" charset="0"/>
                <a:ea typeface="Calibri" panose="020F0502020204030204" pitchFamily="34" charset="0"/>
              </a:rPr>
              <a:t>Impact of Fluorination of </a:t>
            </a:r>
            <a:r>
              <a:rPr lang="en-US" sz="6000" b="1">
                <a:solidFill>
                  <a:srgbClr val="000000"/>
                </a:solidFill>
                <a:latin typeface="Times New Roman" panose="02020603050405020304" pitchFamily="18" charset="0"/>
                <a:ea typeface="Calibri" panose="020F0502020204030204" pitchFamily="34" charset="0"/>
              </a:rPr>
              <a:t>C</a:t>
            </a:r>
            <a:r>
              <a:rPr lang="en-US" sz="6000" b="1">
                <a:solidFill>
                  <a:srgbClr val="000000"/>
                </a:solidFill>
                <a:effectLst/>
                <a:latin typeface="Times New Roman" panose="02020603050405020304" pitchFamily="18" charset="0"/>
                <a:ea typeface="Calibri" panose="020F0502020204030204" pitchFamily="34" charset="0"/>
              </a:rPr>
              <a:t>onjugated </a:t>
            </a:r>
            <a:r>
              <a:rPr lang="en-US" sz="6000" b="1">
                <a:solidFill>
                  <a:srgbClr val="000000"/>
                </a:solidFill>
                <a:latin typeface="Times New Roman" panose="02020603050405020304" pitchFamily="18" charset="0"/>
                <a:ea typeface="Calibri" panose="020F0502020204030204" pitchFamily="34" charset="0"/>
              </a:rPr>
              <a:t>P</a:t>
            </a:r>
            <a:r>
              <a:rPr lang="en-US" sz="6000" b="1">
                <a:solidFill>
                  <a:srgbClr val="000000"/>
                </a:solidFill>
                <a:effectLst/>
                <a:latin typeface="Times New Roman" panose="02020603050405020304" pitchFamily="18" charset="0"/>
                <a:ea typeface="Calibri" panose="020F0502020204030204" pitchFamily="34" charset="0"/>
              </a:rPr>
              <a:t>olymer on </a:t>
            </a:r>
            <a:r>
              <a:rPr lang="en-US" sz="6000" b="1">
                <a:solidFill>
                  <a:srgbClr val="000000"/>
                </a:solidFill>
                <a:latin typeface="Times New Roman" panose="02020603050405020304" pitchFamily="18" charset="0"/>
                <a:ea typeface="Calibri" panose="020F0502020204030204" pitchFamily="34" charset="0"/>
              </a:rPr>
              <a:t>A</a:t>
            </a:r>
            <a:r>
              <a:rPr lang="en-US" sz="6000" b="1">
                <a:solidFill>
                  <a:srgbClr val="000000"/>
                </a:solidFill>
                <a:effectLst/>
                <a:latin typeface="Times New Roman" panose="02020603050405020304" pitchFamily="18" charset="0"/>
                <a:ea typeface="Calibri" panose="020F0502020204030204" pitchFamily="34" charset="0"/>
              </a:rPr>
              <a:t>ggregation and Charge Photogeneration</a:t>
            </a:r>
            <a:endParaRPr lang="en-US" sz="6000" b="1">
              <a:latin typeface="Times New Roman" panose="02020603050405020304" pitchFamily="18" charset="0"/>
              <a:cs typeface="Times New Roman" panose="02020603050405020304" pitchFamily="18" charset="0"/>
            </a:endParaRPr>
          </a:p>
          <a:p>
            <a:pPr marL="0" marR="0" algn="ctr">
              <a:spcBef>
                <a:spcPts val="0"/>
              </a:spcBef>
              <a:spcAft>
                <a:spcPts val="0"/>
              </a:spcAft>
            </a:pPr>
            <a:r>
              <a:rPr lang="en-US" sz="4000" err="1">
                <a:effectLst/>
                <a:latin typeface="Times New Roman" panose="02020603050405020304" pitchFamily="18" charset="0"/>
                <a:ea typeface="Times New Roman" panose="02020603050405020304" pitchFamily="18" charset="0"/>
              </a:rPr>
              <a:t>Jianna</a:t>
            </a:r>
            <a:r>
              <a:rPr lang="en-US" sz="4000">
                <a:effectLst/>
                <a:latin typeface="Times New Roman" panose="02020603050405020304" pitchFamily="18" charset="0"/>
                <a:ea typeface="Times New Roman" panose="02020603050405020304" pitchFamily="18" charset="0"/>
              </a:rPr>
              <a:t> Evans</a:t>
            </a:r>
            <a:r>
              <a:rPr lang="en-US" sz="4000" baseline="30000">
                <a:latin typeface="Times New Roman" panose="02020603050405020304" pitchFamily="18" charset="0"/>
                <a:ea typeface="Times New Roman" panose="02020603050405020304" pitchFamily="18" charset="0"/>
              </a:rPr>
              <a:t>1</a:t>
            </a:r>
            <a:r>
              <a:rPr lang="en-US" sz="4000">
                <a:effectLst/>
                <a:latin typeface="Times New Roman" panose="02020603050405020304" pitchFamily="18" charset="0"/>
                <a:ea typeface="Times New Roman" panose="02020603050405020304" pitchFamily="18" charset="0"/>
              </a:rPr>
              <a:t>, </a:t>
            </a:r>
            <a:r>
              <a:rPr lang="en-US" sz="4000" err="1">
                <a:effectLst/>
                <a:latin typeface="Times New Roman" panose="02020603050405020304" pitchFamily="18" charset="0"/>
                <a:ea typeface="Times New Roman" panose="02020603050405020304" pitchFamily="18" charset="0"/>
              </a:rPr>
              <a:t>Shubo</a:t>
            </a:r>
            <a:r>
              <a:rPr lang="en-US" sz="4000">
                <a:effectLst/>
                <a:latin typeface="Times New Roman" panose="02020603050405020304" pitchFamily="18" charset="0"/>
                <a:ea typeface="Times New Roman" panose="02020603050405020304" pitchFamily="18" charset="0"/>
              </a:rPr>
              <a:t> Han</a:t>
            </a:r>
            <a:r>
              <a:rPr lang="en-US" sz="4000" baseline="30000">
                <a:latin typeface="Times New Roman" panose="02020603050405020304" pitchFamily="18" charset="0"/>
                <a:ea typeface="Times New Roman" panose="02020603050405020304" pitchFamily="18" charset="0"/>
              </a:rPr>
              <a:t>2</a:t>
            </a:r>
            <a:r>
              <a:rPr lang="en-US" sz="4000">
                <a:effectLst/>
                <a:latin typeface="Times New Roman" panose="02020603050405020304" pitchFamily="18" charset="0"/>
                <a:ea typeface="Times New Roman" panose="02020603050405020304" pitchFamily="18" charset="0"/>
              </a:rPr>
              <a:t>, </a:t>
            </a:r>
            <a:r>
              <a:rPr lang="en-US" sz="4000" err="1">
                <a:effectLst/>
                <a:latin typeface="Times New Roman" panose="02020603050405020304" pitchFamily="18" charset="0"/>
                <a:ea typeface="Times New Roman" panose="02020603050405020304" pitchFamily="18" charset="0"/>
              </a:rPr>
              <a:t>Jianhui</a:t>
            </a:r>
            <a:r>
              <a:rPr lang="en-US" sz="4000">
                <a:effectLst/>
                <a:latin typeface="Times New Roman" panose="02020603050405020304" pitchFamily="18" charset="0"/>
                <a:ea typeface="Times New Roman" panose="02020603050405020304" pitchFamily="18" charset="0"/>
              </a:rPr>
              <a:t> Hou</a:t>
            </a:r>
            <a:r>
              <a:rPr lang="en-US" sz="4000" baseline="30000">
                <a:latin typeface="Times New Roman" panose="02020603050405020304" pitchFamily="18" charset="0"/>
                <a:ea typeface="Times New Roman" panose="02020603050405020304" pitchFamily="18" charset="0"/>
              </a:rPr>
              <a:t>3</a:t>
            </a:r>
            <a:r>
              <a:rPr lang="en-US" sz="4000">
                <a:effectLst/>
                <a:latin typeface="Times New Roman" panose="02020603050405020304" pitchFamily="18" charset="0"/>
                <a:ea typeface="Times New Roman" panose="02020603050405020304" pitchFamily="18" charset="0"/>
              </a:rPr>
              <a:t>, Bhoj Gautam</a:t>
            </a:r>
            <a:r>
              <a:rPr lang="en-US" sz="4000" baseline="30000">
                <a:latin typeface="Times New Roman" panose="02020603050405020304" pitchFamily="18" charset="0"/>
                <a:ea typeface="Times New Roman" panose="02020603050405020304" pitchFamily="18" charset="0"/>
              </a:rPr>
              <a:t>2</a:t>
            </a:r>
          </a:p>
          <a:p>
            <a:pPr algn="ctr"/>
            <a:r>
              <a:rPr lang="en-US" sz="4000" baseline="30000">
                <a:effectLst/>
                <a:latin typeface="Times New Roman" panose="02020603050405020304" pitchFamily="18" charset="0"/>
                <a:ea typeface="Times New Roman" panose="02020603050405020304" pitchFamily="18" charset="0"/>
              </a:rPr>
              <a:t>1</a:t>
            </a:r>
            <a:r>
              <a:rPr lang="en-US" sz="4000">
                <a:effectLst/>
                <a:latin typeface="Times New Roman" panose="02020603050405020304" pitchFamily="18" charset="0"/>
                <a:ea typeface="Times New Roman" panose="02020603050405020304" pitchFamily="18" charset="0"/>
              </a:rPr>
              <a:t>Department of Math and Computer Science, Fayetteville State University, Fayetteville, North Carolina 28301, United States</a:t>
            </a:r>
          </a:p>
          <a:p>
            <a:pPr marL="0" marR="0" algn="ctr">
              <a:spcBef>
                <a:spcPts val="0"/>
              </a:spcBef>
              <a:spcAft>
                <a:spcPts val="0"/>
              </a:spcAft>
            </a:pPr>
            <a:r>
              <a:rPr lang="en-US" sz="4000" baseline="30000">
                <a:latin typeface="Times New Roman" panose="02020603050405020304" pitchFamily="18" charset="0"/>
                <a:ea typeface="Times New Roman" panose="02020603050405020304" pitchFamily="18" charset="0"/>
              </a:rPr>
              <a:t>2</a:t>
            </a:r>
            <a:r>
              <a:rPr lang="en-US" sz="4000">
                <a:effectLst/>
                <a:latin typeface="Times New Roman" panose="02020603050405020304" pitchFamily="18" charset="0"/>
                <a:ea typeface="Times New Roman" panose="02020603050405020304" pitchFamily="18" charset="0"/>
              </a:rPr>
              <a:t>Department of Chemistry, Physics and Materials Science, Fayetteville State University, Fayetteville, North Carolina 28301, United States</a:t>
            </a:r>
          </a:p>
          <a:p>
            <a:pPr marL="0" marR="0" algn="ctr">
              <a:spcBef>
                <a:spcPts val="0"/>
              </a:spcBef>
              <a:spcAft>
                <a:spcPts val="0"/>
              </a:spcAft>
            </a:pPr>
            <a:r>
              <a:rPr lang="en-US" sz="4000" baseline="30000">
                <a:latin typeface="Times New Roman" panose="02020603050405020304" pitchFamily="18" charset="0"/>
                <a:ea typeface="Times New Roman" panose="02020603050405020304" pitchFamily="18" charset="0"/>
              </a:rPr>
              <a:t>3</a:t>
            </a:r>
            <a:r>
              <a:rPr lang="en-US" sz="4000">
                <a:effectLst/>
                <a:latin typeface="Times New Roman" panose="02020603050405020304" pitchFamily="18" charset="0"/>
                <a:ea typeface="Times New Roman" panose="02020603050405020304" pitchFamily="18" charset="0"/>
              </a:rPr>
              <a:t>State Key Laboratory of Polymer Physics and Chemistry, Beijing National Laboratory of Molecular Sciences, Institute of Chemistry, Chinese Academy of Sciences, Beijing </a:t>
            </a:r>
          </a:p>
          <a:p>
            <a:pPr marL="0" marR="0" algn="ctr">
              <a:spcBef>
                <a:spcPts val="0"/>
              </a:spcBef>
              <a:spcAft>
                <a:spcPts val="0"/>
              </a:spcAft>
            </a:pPr>
            <a:r>
              <a:rPr lang="en-US" sz="4000">
                <a:effectLst/>
                <a:latin typeface="Times New Roman" panose="02020603050405020304" pitchFamily="18" charset="0"/>
                <a:ea typeface="Times New Roman" panose="02020603050405020304" pitchFamily="18" charset="0"/>
              </a:rPr>
              <a:t>100190, P. R. China</a:t>
            </a:r>
            <a:endParaRPr lang="en-US" sz="4000">
              <a:latin typeface="Times New Roman" panose="02020603050405020304" pitchFamily="18" charset="0"/>
              <a:cs typeface="Times New Roman" panose="02020603050405020304" pitchFamily="18" charset="0"/>
            </a:endParaRPr>
          </a:p>
        </p:txBody>
      </p:sp>
      <p:sp>
        <p:nvSpPr>
          <p:cNvPr id="23" name="Rectangle 22"/>
          <p:cNvSpPr/>
          <p:nvPr/>
        </p:nvSpPr>
        <p:spPr>
          <a:xfrm>
            <a:off x="28845042" y="25712928"/>
            <a:ext cx="14693898" cy="6955822"/>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1920"/>
          </a:p>
        </p:txBody>
      </p:sp>
      <p:sp>
        <p:nvSpPr>
          <p:cNvPr id="33" name="Rectangle 32"/>
          <p:cNvSpPr/>
          <p:nvPr/>
        </p:nvSpPr>
        <p:spPr>
          <a:xfrm>
            <a:off x="28794772" y="16775942"/>
            <a:ext cx="14702727" cy="6589429"/>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1920"/>
          </a:p>
        </p:txBody>
      </p:sp>
      <p:sp>
        <p:nvSpPr>
          <p:cNvPr id="55" name="Rectangle 54"/>
          <p:cNvSpPr/>
          <p:nvPr/>
        </p:nvSpPr>
        <p:spPr>
          <a:xfrm>
            <a:off x="14304210" y="4739627"/>
            <a:ext cx="14156861" cy="7434441"/>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a:spcBef>
                <a:spcPct val="0"/>
              </a:spcBef>
            </a:pPr>
            <a:endParaRPr lang="en-US" altLang="en-US" sz="4000">
              <a:latin typeface="Times New Roman" panose="02020603050405020304" pitchFamily="18" charset="0"/>
              <a:cs typeface="Times New Roman" panose="02020603050405020304" pitchFamily="18" charset="0"/>
            </a:endParaRPr>
          </a:p>
        </p:txBody>
      </p:sp>
      <p:sp>
        <p:nvSpPr>
          <p:cNvPr id="34" name="Oval 33"/>
          <p:cNvSpPr/>
          <p:nvPr/>
        </p:nvSpPr>
        <p:spPr>
          <a:xfrm>
            <a:off x="-1944478" y="16024235"/>
            <a:ext cx="281815" cy="199638"/>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920"/>
          </a:p>
        </p:txBody>
      </p:sp>
      <p:sp>
        <p:nvSpPr>
          <p:cNvPr id="38" name="TextBox 37"/>
          <p:cNvSpPr txBox="1"/>
          <p:nvPr/>
        </p:nvSpPr>
        <p:spPr>
          <a:xfrm>
            <a:off x="28955999" y="15649057"/>
            <a:ext cx="14582941" cy="646331"/>
          </a:xfrm>
          <a:prstGeom prst="rect">
            <a:avLst/>
          </a:prstGeom>
          <a:noFill/>
        </p:spPr>
        <p:txBody>
          <a:bodyPr wrap="square" rtlCol="0">
            <a:spAutoFit/>
          </a:bodyPr>
          <a:lstStyle/>
          <a:p>
            <a:r>
              <a:rPr lang="en-US" sz="3600" b="1" dirty="0">
                <a:latin typeface="Times New Roman" panose="02020603050405020304" pitchFamily="18" charset="0"/>
                <a:cs typeface="Times New Roman" panose="02020603050405020304" pitchFamily="18" charset="0"/>
              </a:rPr>
              <a:t>Figure 5</a:t>
            </a:r>
            <a:r>
              <a:rPr lang="en-US" sz="3600" dirty="0">
                <a:latin typeface="Times New Roman" panose="02020603050405020304" pitchFamily="18" charset="0"/>
                <a:cs typeface="Times New Roman" panose="02020603050405020304" pitchFamily="18" charset="0"/>
              </a:rPr>
              <a:t>. </a:t>
            </a:r>
            <a:r>
              <a:rPr lang="en-US" sz="3600" dirty="0">
                <a:effectLst/>
                <a:latin typeface="Times New Roman" panose="02020603050405020304" pitchFamily="18" charset="0"/>
                <a:ea typeface="Times New Roman" panose="02020603050405020304" pitchFamily="18" charset="0"/>
              </a:rPr>
              <a:t>Raman spectra of </a:t>
            </a:r>
            <a:r>
              <a:rPr lang="en-US" sz="3600" dirty="0">
                <a:solidFill>
                  <a:srgbClr val="000000"/>
                </a:solidFill>
                <a:effectLst/>
                <a:latin typeface="Times New Roman" panose="02020603050405020304" pitchFamily="18" charset="0"/>
                <a:ea typeface="Calibri" panose="020F0502020204030204" pitchFamily="34" charset="0"/>
              </a:rPr>
              <a:t>PBQ-0F, PBQ-QF and PBQ-4F  polymers.</a:t>
            </a:r>
            <a:endParaRPr lang="en-US" sz="3600" dirty="0">
              <a:solidFill>
                <a:prstClr val="black"/>
              </a:solidFill>
              <a:latin typeface="Times New Roman" panose="02020603050405020304" pitchFamily="18" charset="0"/>
              <a:cs typeface="Times New Roman" panose="02020603050405020304" pitchFamily="18" charset="0"/>
            </a:endParaRPr>
          </a:p>
        </p:txBody>
      </p:sp>
      <p:sp>
        <p:nvSpPr>
          <p:cNvPr id="183" name="TextBox 73"/>
          <p:cNvSpPr txBox="1">
            <a:spLocks noChangeArrowheads="1"/>
          </p:cNvSpPr>
          <p:nvPr/>
        </p:nvSpPr>
        <p:spPr bwMode="auto">
          <a:xfrm>
            <a:off x="28998564" y="16590332"/>
            <a:ext cx="8561493" cy="9999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5854" tIns="37926" rIns="75854" bIns="37926">
            <a:spAutoFit/>
          </a:bodyPr>
          <a:lstStyle>
            <a:lvl1pPr>
              <a:defRPr sz="7200">
                <a:solidFill>
                  <a:schemeClr val="tx1"/>
                </a:solidFill>
                <a:latin typeface="Arial" panose="020B0604020202020204" pitchFamily="34" charset="0"/>
                <a:cs typeface="Arial" panose="020B0604020202020204" pitchFamily="34" charset="0"/>
              </a:defRPr>
            </a:lvl1pPr>
            <a:lvl2pPr marL="742950" indent="-285750">
              <a:defRPr sz="7200">
                <a:solidFill>
                  <a:schemeClr val="tx1"/>
                </a:solidFill>
                <a:latin typeface="Arial" panose="020B0604020202020204" pitchFamily="34" charset="0"/>
                <a:cs typeface="Arial" panose="020B0604020202020204" pitchFamily="34" charset="0"/>
              </a:defRPr>
            </a:lvl2pPr>
            <a:lvl3pPr marL="1143000" indent="-228600">
              <a:defRPr sz="7200">
                <a:solidFill>
                  <a:schemeClr val="tx1"/>
                </a:solidFill>
                <a:latin typeface="Arial" panose="020B0604020202020204" pitchFamily="34" charset="0"/>
                <a:cs typeface="Arial" panose="020B0604020202020204" pitchFamily="34" charset="0"/>
              </a:defRPr>
            </a:lvl3pPr>
            <a:lvl4pPr marL="1600200" indent="-228600">
              <a:defRPr sz="7200">
                <a:solidFill>
                  <a:schemeClr val="tx1"/>
                </a:solidFill>
                <a:latin typeface="Arial" panose="020B0604020202020204" pitchFamily="34" charset="0"/>
                <a:cs typeface="Arial" panose="020B0604020202020204" pitchFamily="34" charset="0"/>
              </a:defRPr>
            </a:lvl4pPr>
            <a:lvl5pPr marL="2057400" indent="-228600">
              <a:defRPr sz="7200">
                <a:solidFill>
                  <a:schemeClr val="tx1"/>
                </a:solidFill>
                <a:latin typeface="Arial" panose="020B0604020202020204" pitchFamily="34" charset="0"/>
                <a:cs typeface="Arial" panose="020B0604020202020204" pitchFamily="34" charset="0"/>
              </a:defRPr>
            </a:lvl5pPr>
            <a:lvl6pPr marL="2514600" indent="-228600" defTabSz="3656013" eaLnBrk="0" fontAlgn="base" hangingPunct="0">
              <a:spcBef>
                <a:spcPct val="0"/>
              </a:spcBef>
              <a:spcAft>
                <a:spcPct val="0"/>
              </a:spcAft>
              <a:defRPr sz="7200">
                <a:solidFill>
                  <a:schemeClr val="tx1"/>
                </a:solidFill>
                <a:latin typeface="Arial" panose="020B0604020202020204" pitchFamily="34" charset="0"/>
                <a:cs typeface="Arial" panose="020B0604020202020204" pitchFamily="34" charset="0"/>
              </a:defRPr>
            </a:lvl6pPr>
            <a:lvl7pPr marL="2971800" indent="-228600" defTabSz="3656013" eaLnBrk="0" fontAlgn="base" hangingPunct="0">
              <a:spcBef>
                <a:spcPct val="0"/>
              </a:spcBef>
              <a:spcAft>
                <a:spcPct val="0"/>
              </a:spcAft>
              <a:defRPr sz="7200">
                <a:solidFill>
                  <a:schemeClr val="tx1"/>
                </a:solidFill>
                <a:latin typeface="Arial" panose="020B0604020202020204" pitchFamily="34" charset="0"/>
                <a:cs typeface="Arial" panose="020B0604020202020204" pitchFamily="34" charset="0"/>
              </a:defRPr>
            </a:lvl7pPr>
            <a:lvl8pPr marL="3429000" indent="-228600" defTabSz="3656013" eaLnBrk="0" fontAlgn="base" hangingPunct="0">
              <a:spcBef>
                <a:spcPct val="0"/>
              </a:spcBef>
              <a:spcAft>
                <a:spcPct val="0"/>
              </a:spcAft>
              <a:defRPr sz="7200">
                <a:solidFill>
                  <a:schemeClr val="tx1"/>
                </a:solidFill>
                <a:latin typeface="Arial" panose="020B0604020202020204" pitchFamily="34" charset="0"/>
                <a:cs typeface="Arial" panose="020B0604020202020204" pitchFamily="34" charset="0"/>
              </a:defRPr>
            </a:lvl8pPr>
            <a:lvl9pPr marL="3886200" indent="-228600" defTabSz="3656013" eaLnBrk="0" fontAlgn="base" hangingPunct="0">
              <a:spcBef>
                <a:spcPct val="0"/>
              </a:spcBef>
              <a:spcAft>
                <a:spcPct val="0"/>
              </a:spcAft>
              <a:defRPr sz="7200">
                <a:solidFill>
                  <a:schemeClr val="tx1"/>
                </a:solidFill>
                <a:latin typeface="Arial" panose="020B0604020202020204" pitchFamily="34" charset="0"/>
                <a:cs typeface="Arial" panose="020B0604020202020204" pitchFamily="34" charset="0"/>
              </a:defRPr>
            </a:lvl9pPr>
          </a:lstStyle>
          <a:p>
            <a:pPr eaLnBrk="1" hangingPunct="1"/>
            <a:r>
              <a:rPr lang="en-US" altLang="en-US" sz="6000" b="1" u="sng">
                <a:latin typeface="Times New Roman" panose="02020603050405020304" pitchFamily="18" charset="0"/>
                <a:cs typeface="Times New Roman" panose="02020603050405020304" pitchFamily="18" charset="0"/>
              </a:rPr>
              <a:t>Summary</a:t>
            </a:r>
          </a:p>
        </p:txBody>
      </p:sp>
      <p:sp>
        <p:nvSpPr>
          <p:cNvPr id="184" name="TextBox 82"/>
          <p:cNvSpPr txBox="1">
            <a:spLocks noChangeArrowheads="1"/>
          </p:cNvSpPr>
          <p:nvPr/>
        </p:nvSpPr>
        <p:spPr bwMode="auto">
          <a:xfrm>
            <a:off x="28803600" y="25679400"/>
            <a:ext cx="8561493" cy="9999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5854" tIns="37926" rIns="75854" bIns="37926">
            <a:spAutoFit/>
          </a:bodyPr>
          <a:lstStyle>
            <a:lvl1pPr>
              <a:defRPr sz="7200">
                <a:solidFill>
                  <a:schemeClr val="tx1"/>
                </a:solidFill>
                <a:latin typeface="Arial" panose="020B0604020202020204" pitchFamily="34" charset="0"/>
                <a:cs typeface="Arial" panose="020B0604020202020204" pitchFamily="34" charset="0"/>
              </a:defRPr>
            </a:lvl1pPr>
            <a:lvl2pPr marL="742950" indent="-285750">
              <a:defRPr sz="7200">
                <a:solidFill>
                  <a:schemeClr val="tx1"/>
                </a:solidFill>
                <a:latin typeface="Arial" panose="020B0604020202020204" pitchFamily="34" charset="0"/>
                <a:cs typeface="Arial" panose="020B0604020202020204" pitchFamily="34" charset="0"/>
              </a:defRPr>
            </a:lvl2pPr>
            <a:lvl3pPr marL="1143000" indent="-228600">
              <a:defRPr sz="7200">
                <a:solidFill>
                  <a:schemeClr val="tx1"/>
                </a:solidFill>
                <a:latin typeface="Arial" panose="020B0604020202020204" pitchFamily="34" charset="0"/>
                <a:cs typeface="Arial" panose="020B0604020202020204" pitchFamily="34" charset="0"/>
              </a:defRPr>
            </a:lvl3pPr>
            <a:lvl4pPr marL="1600200" indent="-228600">
              <a:defRPr sz="7200">
                <a:solidFill>
                  <a:schemeClr val="tx1"/>
                </a:solidFill>
                <a:latin typeface="Arial" panose="020B0604020202020204" pitchFamily="34" charset="0"/>
                <a:cs typeface="Arial" panose="020B0604020202020204" pitchFamily="34" charset="0"/>
              </a:defRPr>
            </a:lvl4pPr>
            <a:lvl5pPr marL="2057400" indent="-228600">
              <a:defRPr sz="7200">
                <a:solidFill>
                  <a:schemeClr val="tx1"/>
                </a:solidFill>
                <a:latin typeface="Arial" panose="020B0604020202020204" pitchFamily="34" charset="0"/>
                <a:cs typeface="Arial" panose="020B0604020202020204" pitchFamily="34" charset="0"/>
              </a:defRPr>
            </a:lvl5pPr>
            <a:lvl6pPr marL="2514600" indent="-228600" defTabSz="3656013" eaLnBrk="0" fontAlgn="base" hangingPunct="0">
              <a:spcBef>
                <a:spcPct val="0"/>
              </a:spcBef>
              <a:spcAft>
                <a:spcPct val="0"/>
              </a:spcAft>
              <a:defRPr sz="7200">
                <a:solidFill>
                  <a:schemeClr val="tx1"/>
                </a:solidFill>
                <a:latin typeface="Arial" panose="020B0604020202020204" pitchFamily="34" charset="0"/>
                <a:cs typeface="Arial" panose="020B0604020202020204" pitchFamily="34" charset="0"/>
              </a:defRPr>
            </a:lvl6pPr>
            <a:lvl7pPr marL="2971800" indent="-228600" defTabSz="3656013" eaLnBrk="0" fontAlgn="base" hangingPunct="0">
              <a:spcBef>
                <a:spcPct val="0"/>
              </a:spcBef>
              <a:spcAft>
                <a:spcPct val="0"/>
              </a:spcAft>
              <a:defRPr sz="7200">
                <a:solidFill>
                  <a:schemeClr val="tx1"/>
                </a:solidFill>
                <a:latin typeface="Arial" panose="020B0604020202020204" pitchFamily="34" charset="0"/>
                <a:cs typeface="Arial" panose="020B0604020202020204" pitchFamily="34" charset="0"/>
              </a:defRPr>
            </a:lvl7pPr>
            <a:lvl8pPr marL="3429000" indent="-228600" defTabSz="3656013" eaLnBrk="0" fontAlgn="base" hangingPunct="0">
              <a:spcBef>
                <a:spcPct val="0"/>
              </a:spcBef>
              <a:spcAft>
                <a:spcPct val="0"/>
              </a:spcAft>
              <a:defRPr sz="7200">
                <a:solidFill>
                  <a:schemeClr val="tx1"/>
                </a:solidFill>
                <a:latin typeface="Arial" panose="020B0604020202020204" pitchFamily="34" charset="0"/>
                <a:cs typeface="Arial" panose="020B0604020202020204" pitchFamily="34" charset="0"/>
              </a:defRPr>
            </a:lvl8pPr>
            <a:lvl9pPr marL="3886200" indent="-228600" defTabSz="3656013" eaLnBrk="0" fontAlgn="base" hangingPunct="0">
              <a:spcBef>
                <a:spcPct val="0"/>
              </a:spcBef>
              <a:spcAft>
                <a:spcPct val="0"/>
              </a:spcAft>
              <a:defRPr sz="7200">
                <a:solidFill>
                  <a:schemeClr val="tx1"/>
                </a:solidFill>
                <a:latin typeface="Arial" panose="020B0604020202020204" pitchFamily="34" charset="0"/>
                <a:cs typeface="Arial" panose="020B0604020202020204" pitchFamily="34" charset="0"/>
              </a:defRPr>
            </a:lvl9pPr>
          </a:lstStyle>
          <a:p>
            <a:pPr eaLnBrk="1" hangingPunct="1"/>
            <a:r>
              <a:rPr lang="en-US" altLang="en-US" sz="6000" b="1" u="sng">
                <a:latin typeface="Times New Roman" panose="02020603050405020304" pitchFamily="18" charset="0"/>
                <a:cs typeface="Times New Roman" panose="02020603050405020304" pitchFamily="18" charset="0"/>
              </a:rPr>
              <a:t>References</a:t>
            </a:r>
          </a:p>
        </p:txBody>
      </p:sp>
      <p:sp>
        <p:nvSpPr>
          <p:cNvPr id="2" name="TextBox 1"/>
          <p:cNvSpPr txBox="1"/>
          <p:nvPr/>
        </p:nvSpPr>
        <p:spPr>
          <a:xfrm>
            <a:off x="28929228" y="26875336"/>
            <a:ext cx="14584024" cy="2554545"/>
          </a:xfrm>
          <a:prstGeom prst="rect">
            <a:avLst/>
          </a:prstGeom>
          <a:noFill/>
        </p:spPr>
        <p:txBody>
          <a:bodyPr wrap="square" rtlCol="0">
            <a:spAutoFit/>
          </a:bodyPr>
          <a:lstStyle/>
          <a:p>
            <a:pPr marL="514350" indent="-514350" algn="just">
              <a:buFont typeface="+mj-lt"/>
              <a:buAutoNum type="arabicPeriod"/>
            </a:pPr>
            <a:r>
              <a:rPr lang="en-US" sz="4000">
                <a:latin typeface="Times New Roman" panose="02020603050405020304" pitchFamily="18" charset="0"/>
                <a:cs typeface="Times New Roman" panose="02020603050405020304" pitchFamily="18" charset="0"/>
              </a:rPr>
              <a:t> Z. Zheng, O. M. </a:t>
            </a:r>
            <a:r>
              <a:rPr lang="en-US" sz="4000" err="1">
                <a:latin typeface="Times New Roman" panose="02020603050405020304" pitchFamily="18" charset="0"/>
                <a:cs typeface="Times New Roman" panose="02020603050405020304" pitchFamily="18" charset="0"/>
              </a:rPr>
              <a:t>Awartani</a:t>
            </a:r>
            <a:r>
              <a:rPr lang="en-US" sz="4000">
                <a:latin typeface="Times New Roman" panose="02020603050405020304" pitchFamily="18" charset="0"/>
                <a:cs typeface="Times New Roman" panose="02020603050405020304" pitchFamily="18" charset="0"/>
              </a:rPr>
              <a:t>, B. Gautam et. al, </a:t>
            </a:r>
            <a:r>
              <a:rPr lang="nl-NL" sz="4000" i="1">
                <a:latin typeface="Times New Roman" panose="02020603050405020304" pitchFamily="18" charset="0"/>
                <a:cs typeface="Times New Roman" panose="02020603050405020304" pitchFamily="18" charset="0"/>
              </a:rPr>
              <a:t>Adv. Mater. </a:t>
            </a:r>
            <a:r>
              <a:rPr lang="nl-NL" sz="4000" b="1">
                <a:latin typeface="Times New Roman" panose="02020603050405020304" pitchFamily="18" charset="0"/>
                <a:cs typeface="Times New Roman" panose="02020603050405020304" pitchFamily="18" charset="0"/>
              </a:rPr>
              <a:t>2017, </a:t>
            </a:r>
            <a:r>
              <a:rPr lang="nl-NL" sz="4000">
                <a:latin typeface="Times New Roman" panose="02020603050405020304" pitchFamily="18" charset="0"/>
                <a:cs typeface="Times New Roman" panose="02020603050405020304" pitchFamily="18" charset="0"/>
              </a:rPr>
              <a:t>29, 1604241.</a:t>
            </a:r>
          </a:p>
          <a:p>
            <a:pPr marL="514350" indent="-514350" algn="just">
              <a:buFont typeface="+mj-lt"/>
              <a:buAutoNum type="arabicPeriod"/>
            </a:pPr>
            <a:r>
              <a:rPr lang="fr-FR" sz="4000">
                <a:latin typeface="Times New Roman" panose="02020603050405020304" pitchFamily="18" charset="0"/>
                <a:cs typeface="Times New Roman" panose="02020603050405020304" pitchFamily="18" charset="0"/>
              </a:rPr>
              <a:t>D. Liu, W. Zhao, J. Hou et. al. , </a:t>
            </a:r>
            <a:r>
              <a:rPr lang="fr-FR" sz="4000" i="1" err="1">
                <a:latin typeface="Times New Roman" panose="02020603050405020304" pitchFamily="18" charset="0"/>
                <a:cs typeface="Times New Roman" panose="02020603050405020304" pitchFamily="18" charset="0"/>
              </a:rPr>
              <a:t>Macromolecules</a:t>
            </a:r>
            <a:r>
              <a:rPr lang="fr-FR" sz="4000" i="1">
                <a:latin typeface="Times New Roman" panose="02020603050405020304" pitchFamily="18" charset="0"/>
                <a:cs typeface="Times New Roman" panose="02020603050405020304" pitchFamily="18" charset="0"/>
              </a:rPr>
              <a:t> </a:t>
            </a:r>
            <a:r>
              <a:rPr lang="fr-FR" sz="4000" b="1">
                <a:latin typeface="Times New Roman" panose="02020603050405020304" pitchFamily="18" charset="0"/>
                <a:cs typeface="Times New Roman" panose="02020603050405020304" pitchFamily="18" charset="0"/>
              </a:rPr>
              <a:t>2015</a:t>
            </a:r>
            <a:r>
              <a:rPr lang="fr-FR" sz="4000">
                <a:latin typeface="Times New Roman" panose="02020603050405020304" pitchFamily="18" charset="0"/>
                <a:cs typeface="Times New Roman" panose="02020603050405020304" pitchFamily="18" charset="0"/>
              </a:rPr>
              <a:t>, 48, 5172.</a:t>
            </a:r>
          </a:p>
          <a:p>
            <a:pPr marL="514350" indent="-514350" algn="just">
              <a:buFont typeface="+mj-lt"/>
              <a:buAutoNum type="arabicPeriod"/>
            </a:pPr>
            <a:r>
              <a:rPr lang="en-US" sz="4000">
                <a:latin typeface="Times New Roman" panose="02020603050405020304" pitchFamily="18" charset="0"/>
                <a:cs typeface="Times New Roman" panose="02020603050405020304" pitchFamily="18" charset="0"/>
              </a:rPr>
              <a:t>J. R-H., J. Wade</a:t>
            </a:r>
            <a:r>
              <a:rPr lang="fr-FR" sz="4000">
                <a:latin typeface="Times New Roman" panose="02020603050405020304" pitchFamily="18" charset="0"/>
                <a:cs typeface="Times New Roman" panose="02020603050405020304" pitchFamily="18" charset="0"/>
              </a:rPr>
              <a:t> et. al.,</a:t>
            </a:r>
            <a:r>
              <a:rPr lang="en-US" sz="4000">
                <a:latin typeface="Times New Roman" panose="02020603050405020304" pitchFamily="18" charset="0"/>
                <a:cs typeface="Times New Roman" panose="02020603050405020304" pitchFamily="18" charset="0"/>
              </a:rPr>
              <a:t> </a:t>
            </a:r>
            <a:r>
              <a:rPr lang="en-US" sz="4000" i="1">
                <a:latin typeface="Times New Roman" panose="02020603050405020304" pitchFamily="18" charset="0"/>
                <a:cs typeface="Times New Roman" panose="02020603050405020304" pitchFamily="18" charset="0"/>
              </a:rPr>
              <a:t>J. Mater. Chem. A</a:t>
            </a:r>
            <a:r>
              <a:rPr lang="en-US" sz="4000">
                <a:latin typeface="Times New Roman" panose="02020603050405020304" pitchFamily="18" charset="0"/>
                <a:cs typeface="Times New Roman" panose="02020603050405020304" pitchFamily="18" charset="0"/>
              </a:rPr>
              <a:t>, </a:t>
            </a:r>
            <a:r>
              <a:rPr lang="en-US" sz="4000" b="1">
                <a:latin typeface="Times New Roman" panose="02020603050405020304" pitchFamily="18" charset="0"/>
                <a:cs typeface="Times New Roman" panose="02020603050405020304" pitchFamily="18" charset="0"/>
              </a:rPr>
              <a:t>2014</a:t>
            </a:r>
            <a:r>
              <a:rPr lang="en-US" sz="4000">
                <a:latin typeface="Times New Roman" panose="02020603050405020304" pitchFamily="18" charset="0"/>
                <a:cs typeface="Times New Roman" panose="02020603050405020304" pitchFamily="18" charset="0"/>
              </a:rPr>
              <a:t>, 2, 20189</a:t>
            </a:r>
          </a:p>
        </p:txBody>
      </p:sp>
      <p:sp>
        <p:nvSpPr>
          <p:cNvPr id="45" name="TextBox 44">
            <a:extLst>
              <a:ext uri="{FF2B5EF4-FFF2-40B4-BE49-F238E27FC236}">
                <a16:creationId xmlns:a16="http://schemas.microsoft.com/office/drawing/2014/main" id="{20BC9D75-5AAC-45E1-AF39-E55FB874AD66}"/>
              </a:ext>
            </a:extLst>
          </p:cNvPr>
          <p:cNvSpPr txBox="1"/>
          <p:nvPr/>
        </p:nvSpPr>
        <p:spPr>
          <a:xfrm>
            <a:off x="61927926" y="9788193"/>
            <a:ext cx="8088370" cy="4080207"/>
          </a:xfrm>
          <a:prstGeom prst="rect">
            <a:avLst/>
          </a:prstGeom>
          <a:noFill/>
        </p:spPr>
        <p:txBody>
          <a:bodyPr wrap="square" rtlCol="0">
            <a:spAutoFit/>
          </a:bodyPr>
          <a:lstStyle/>
          <a:p>
            <a:endParaRPr lang="en-US"/>
          </a:p>
        </p:txBody>
      </p:sp>
      <p:sp>
        <p:nvSpPr>
          <p:cNvPr id="5" name="TextBox 4">
            <a:extLst>
              <a:ext uri="{FF2B5EF4-FFF2-40B4-BE49-F238E27FC236}">
                <a16:creationId xmlns:a16="http://schemas.microsoft.com/office/drawing/2014/main" id="{0035FC34-5C55-4BDF-80A1-BCCBAFF6D269}"/>
              </a:ext>
            </a:extLst>
          </p:cNvPr>
          <p:cNvSpPr txBox="1"/>
          <p:nvPr/>
        </p:nvSpPr>
        <p:spPr>
          <a:xfrm>
            <a:off x="28998564" y="17611187"/>
            <a:ext cx="14389060" cy="6186309"/>
          </a:xfrm>
          <a:prstGeom prst="rect">
            <a:avLst/>
          </a:prstGeom>
          <a:noFill/>
        </p:spPr>
        <p:txBody>
          <a:bodyPr wrap="square" rtlCol="0">
            <a:spAutoFit/>
          </a:bodyPr>
          <a:lstStyle/>
          <a:p>
            <a:pPr marL="685800" indent="-685800">
              <a:buFont typeface="Arial" panose="020B0604020202020204" pitchFamily="34" charset="0"/>
              <a:buChar char="•"/>
            </a:pPr>
            <a:r>
              <a:rPr lang="en-US" sz="3800">
                <a:latin typeface="Times New Roman" panose="02020603050405020304" pitchFamily="18" charset="0"/>
                <a:cs typeface="Times New Roman" panose="02020603050405020304" pitchFamily="18" charset="0"/>
              </a:rPr>
              <a:t>All three polymers have  similar band gap.</a:t>
            </a:r>
          </a:p>
          <a:p>
            <a:pPr marL="685800" indent="-685800">
              <a:buFont typeface="Arial" panose="020B0604020202020204" pitchFamily="34" charset="0"/>
              <a:buChar char="•"/>
            </a:pPr>
            <a:r>
              <a:rPr lang="en-US" sz="3800">
                <a:latin typeface="Times New Roman" panose="02020603050405020304" pitchFamily="18" charset="0"/>
                <a:cs typeface="Times New Roman" panose="02020603050405020304" pitchFamily="18" charset="0"/>
              </a:rPr>
              <a:t>The relative intensity of </a:t>
            </a:r>
            <a:r>
              <a:rPr lang="en-US" sz="4000">
                <a:solidFill>
                  <a:srgbClr val="212121"/>
                </a:solidFill>
                <a:effectLst/>
                <a:latin typeface="Times New Roman" panose="02020603050405020304" pitchFamily="18" charset="0"/>
                <a:ea typeface="Times New Roman" panose="02020603050405020304" pitchFamily="18" charset="0"/>
              </a:rPr>
              <a:t>relative intensity of 0-0 to 0-1 vibronic peaks is greatest for PBQ-4F and least for PBQ-0F</a:t>
            </a:r>
            <a:r>
              <a:rPr lang="en-US" sz="4000">
                <a:latin typeface="Times New Roman" panose="02020603050405020304" pitchFamily="18" charset="0"/>
                <a:cs typeface="Times New Roman" panose="02020603050405020304" pitchFamily="18" charset="0"/>
              </a:rPr>
              <a:t> indicating </a:t>
            </a:r>
            <a:r>
              <a:rPr lang="en-US" sz="3800">
                <a:latin typeface="Times New Roman" panose="02020603050405020304" pitchFamily="18" charset="0"/>
                <a:cs typeface="Times New Roman" panose="02020603050405020304" pitchFamily="18" charset="0"/>
              </a:rPr>
              <a:t>different aggregation behavior.</a:t>
            </a:r>
          </a:p>
          <a:p>
            <a:pPr marL="685800" indent="-685800">
              <a:buFont typeface="Arial" panose="020B0604020202020204" pitchFamily="34" charset="0"/>
              <a:buChar char="•"/>
            </a:pPr>
            <a:r>
              <a:rPr lang="en-US" sz="4000">
                <a:solidFill>
                  <a:srgbClr val="000000"/>
                </a:solidFill>
                <a:latin typeface="Times New Roman" panose="02020603050405020304" pitchFamily="18" charset="0"/>
                <a:ea typeface="Calibri" panose="020F0502020204030204" pitchFamily="34" charset="0"/>
              </a:rPr>
              <a:t>E</a:t>
            </a:r>
            <a:r>
              <a:rPr lang="en-US" sz="4000">
                <a:solidFill>
                  <a:srgbClr val="000000"/>
                </a:solidFill>
                <a:effectLst/>
                <a:latin typeface="Times New Roman" panose="02020603050405020304" pitchFamily="18" charset="0"/>
                <a:ea typeface="Calibri" panose="020F0502020204030204" pitchFamily="34" charset="0"/>
              </a:rPr>
              <a:t>lectron delocalization in conjugated polymers is influenced by the fluorine atom substitution as suggested by Raman results. </a:t>
            </a:r>
          </a:p>
          <a:p>
            <a:pPr marL="685800" indent="-685800">
              <a:buFont typeface="Arial" panose="020B0604020202020204" pitchFamily="34" charset="0"/>
              <a:buChar char="•"/>
            </a:pPr>
            <a:r>
              <a:rPr lang="en-US" sz="4000">
                <a:solidFill>
                  <a:srgbClr val="000000"/>
                </a:solidFill>
                <a:latin typeface="Times New Roman" panose="02020603050405020304" pitchFamily="18" charset="0"/>
                <a:ea typeface="Calibri" panose="020F0502020204030204" pitchFamily="34" charset="0"/>
              </a:rPr>
              <a:t>Our observations indicates that fluorination of donor polymer can result different power conversion efficiency  in bulk heterojunction  polymer solar cells. </a:t>
            </a:r>
            <a:endParaRPr lang="en-US" sz="4000">
              <a:solidFill>
                <a:srgbClr val="000000"/>
              </a:solidFill>
              <a:effectLst/>
              <a:latin typeface="Times New Roman" panose="02020603050405020304" pitchFamily="18" charset="0"/>
              <a:ea typeface="Calibri" panose="020F0502020204030204" pitchFamily="34" charset="0"/>
            </a:endParaRPr>
          </a:p>
          <a:p>
            <a:pPr marL="685800" indent="-685800">
              <a:buFont typeface="Arial" panose="020B0604020202020204" pitchFamily="34" charset="0"/>
              <a:buChar char="•"/>
            </a:pPr>
            <a:endParaRPr lang="en-US" sz="4000">
              <a:latin typeface="Times New Roman" panose="02020603050405020304" pitchFamily="18" charset="0"/>
              <a:cs typeface="Times New Roman" panose="02020603050405020304" pitchFamily="18" charset="0"/>
            </a:endParaRPr>
          </a:p>
        </p:txBody>
      </p:sp>
      <p:sp>
        <p:nvSpPr>
          <p:cNvPr id="60" name="TextBox 82">
            <a:extLst>
              <a:ext uri="{FF2B5EF4-FFF2-40B4-BE49-F238E27FC236}">
                <a16:creationId xmlns:a16="http://schemas.microsoft.com/office/drawing/2014/main" id="{0F6FAED0-79F9-4023-A782-8D9A13E46F37}"/>
              </a:ext>
            </a:extLst>
          </p:cNvPr>
          <p:cNvSpPr txBox="1">
            <a:spLocks noChangeArrowheads="1"/>
          </p:cNvSpPr>
          <p:nvPr/>
        </p:nvSpPr>
        <p:spPr bwMode="auto">
          <a:xfrm>
            <a:off x="29080770" y="29903442"/>
            <a:ext cx="14744167" cy="24156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75854" tIns="37926" rIns="75854" bIns="37926">
            <a:spAutoFit/>
          </a:bodyPr>
          <a:lstStyle>
            <a:lvl1pPr>
              <a:defRPr sz="7200">
                <a:solidFill>
                  <a:schemeClr val="tx1"/>
                </a:solidFill>
                <a:latin typeface="Arial" panose="020B0604020202020204" pitchFamily="34" charset="0"/>
                <a:cs typeface="Arial" panose="020B0604020202020204" pitchFamily="34" charset="0"/>
              </a:defRPr>
            </a:lvl1pPr>
            <a:lvl2pPr marL="742950" indent="-285750">
              <a:defRPr sz="7200">
                <a:solidFill>
                  <a:schemeClr val="tx1"/>
                </a:solidFill>
                <a:latin typeface="Arial" panose="020B0604020202020204" pitchFamily="34" charset="0"/>
                <a:cs typeface="Arial" panose="020B0604020202020204" pitchFamily="34" charset="0"/>
              </a:defRPr>
            </a:lvl2pPr>
            <a:lvl3pPr marL="1143000" indent="-228600">
              <a:defRPr sz="7200">
                <a:solidFill>
                  <a:schemeClr val="tx1"/>
                </a:solidFill>
                <a:latin typeface="Arial" panose="020B0604020202020204" pitchFamily="34" charset="0"/>
                <a:cs typeface="Arial" panose="020B0604020202020204" pitchFamily="34" charset="0"/>
              </a:defRPr>
            </a:lvl3pPr>
            <a:lvl4pPr marL="1600200" indent="-228600">
              <a:defRPr sz="7200">
                <a:solidFill>
                  <a:schemeClr val="tx1"/>
                </a:solidFill>
                <a:latin typeface="Arial" panose="020B0604020202020204" pitchFamily="34" charset="0"/>
                <a:cs typeface="Arial" panose="020B0604020202020204" pitchFamily="34" charset="0"/>
              </a:defRPr>
            </a:lvl4pPr>
            <a:lvl5pPr marL="2057400" indent="-228600">
              <a:defRPr sz="7200">
                <a:solidFill>
                  <a:schemeClr val="tx1"/>
                </a:solidFill>
                <a:latin typeface="Arial" panose="020B0604020202020204" pitchFamily="34" charset="0"/>
                <a:cs typeface="Arial" panose="020B0604020202020204" pitchFamily="34" charset="0"/>
              </a:defRPr>
            </a:lvl5pPr>
            <a:lvl6pPr marL="2514600" indent="-228600" defTabSz="3656013" eaLnBrk="0" fontAlgn="base" hangingPunct="0">
              <a:spcBef>
                <a:spcPct val="0"/>
              </a:spcBef>
              <a:spcAft>
                <a:spcPct val="0"/>
              </a:spcAft>
              <a:defRPr sz="7200">
                <a:solidFill>
                  <a:schemeClr val="tx1"/>
                </a:solidFill>
                <a:latin typeface="Arial" panose="020B0604020202020204" pitchFamily="34" charset="0"/>
                <a:cs typeface="Arial" panose="020B0604020202020204" pitchFamily="34" charset="0"/>
              </a:defRPr>
            </a:lvl6pPr>
            <a:lvl7pPr marL="2971800" indent="-228600" defTabSz="3656013" eaLnBrk="0" fontAlgn="base" hangingPunct="0">
              <a:spcBef>
                <a:spcPct val="0"/>
              </a:spcBef>
              <a:spcAft>
                <a:spcPct val="0"/>
              </a:spcAft>
              <a:defRPr sz="7200">
                <a:solidFill>
                  <a:schemeClr val="tx1"/>
                </a:solidFill>
                <a:latin typeface="Arial" panose="020B0604020202020204" pitchFamily="34" charset="0"/>
                <a:cs typeface="Arial" panose="020B0604020202020204" pitchFamily="34" charset="0"/>
              </a:defRPr>
            </a:lvl7pPr>
            <a:lvl8pPr marL="3429000" indent="-228600" defTabSz="3656013" eaLnBrk="0" fontAlgn="base" hangingPunct="0">
              <a:spcBef>
                <a:spcPct val="0"/>
              </a:spcBef>
              <a:spcAft>
                <a:spcPct val="0"/>
              </a:spcAft>
              <a:defRPr sz="7200">
                <a:solidFill>
                  <a:schemeClr val="tx1"/>
                </a:solidFill>
                <a:latin typeface="Arial" panose="020B0604020202020204" pitchFamily="34" charset="0"/>
                <a:cs typeface="Arial" panose="020B0604020202020204" pitchFamily="34" charset="0"/>
              </a:defRPr>
            </a:lvl8pPr>
            <a:lvl9pPr marL="3886200" indent="-228600" defTabSz="3656013" eaLnBrk="0" fontAlgn="base" hangingPunct="0">
              <a:spcBef>
                <a:spcPct val="0"/>
              </a:spcBef>
              <a:spcAft>
                <a:spcPct val="0"/>
              </a:spcAft>
              <a:defRPr sz="7200">
                <a:solidFill>
                  <a:schemeClr val="tx1"/>
                </a:solidFill>
                <a:latin typeface="Arial" panose="020B0604020202020204" pitchFamily="34" charset="0"/>
                <a:cs typeface="Arial" panose="020B0604020202020204" pitchFamily="34" charset="0"/>
              </a:defRPr>
            </a:lvl9pPr>
          </a:lstStyle>
          <a:p>
            <a:pPr eaLnBrk="1" hangingPunct="1"/>
            <a:r>
              <a:rPr lang="en-US" altLang="en-US" sz="3800" b="1" u="sng">
                <a:latin typeface="Times New Roman" panose="02020603050405020304" pitchFamily="18" charset="0"/>
                <a:cs typeface="Times New Roman" panose="02020603050405020304" pitchFamily="18" charset="0"/>
              </a:rPr>
              <a:t>Contact Information: </a:t>
            </a:r>
          </a:p>
          <a:p>
            <a:pPr eaLnBrk="1" hangingPunct="1"/>
            <a:r>
              <a:rPr lang="en-US" altLang="en-US" sz="3800">
                <a:latin typeface="Times New Roman" panose="02020603050405020304" pitchFamily="18" charset="0"/>
                <a:cs typeface="Times New Roman" panose="02020603050405020304" pitchFamily="18" charset="0"/>
              </a:rPr>
              <a:t>Dr. Bhoj Gautam, </a:t>
            </a:r>
            <a:r>
              <a:rPr lang="en-US" sz="3800">
                <a:latin typeface="Times New Roman" panose="02020603050405020304" pitchFamily="18" charset="0"/>
                <a:cs typeface="Times New Roman" panose="02020603050405020304" pitchFamily="18" charset="0"/>
              </a:rPr>
              <a:t>Department of Chemistry, Physics and Material Science</a:t>
            </a:r>
          </a:p>
          <a:p>
            <a:r>
              <a:rPr lang="en-US" sz="3800">
                <a:latin typeface="Times New Roman" panose="02020603050405020304" pitchFamily="18" charset="0"/>
                <a:cs typeface="Times New Roman" panose="02020603050405020304" pitchFamily="18" charset="0"/>
              </a:rPr>
              <a:t>Fayetteville State University, Fayetteville, NC-28301</a:t>
            </a:r>
          </a:p>
          <a:p>
            <a:r>
              <a:rPr lang="en-US" sz="3800">
                <a:latin typeface="Times New Roman" panose="02020603050405020304" pitchFamily="18" charset="0"/>
                <a:cs typeface="Times New Roman" panose="02020603050405020304" pitchFamily="18" charset="0"/>
              </a:rPr>
              <a:t> </a:t>
            </a:r>
            <a:r>
              <a:rPr lang="en-US" altLang="en-US" sz="3800">
                <a:latin typeface="Times New Roman" panose="02020603050405020304" pitchFamily="18" charset="0"/>
                <a:cs typeface="Times New Roman" panose="02020603050405020304" pitchFamily="18" charset="0"/>
              </a:rPr>
              <a:t>Email: </a:t>
            </a:r>
            <a:r>
              <a:rPr lang="en-US" altLang="en-US" sz="3800">
                <a:latin typeface="Times New Roman" panose="02020603050405020304" pitchFamily="18" charset="0"/>
                <a:cs typeface="Times New Roman" panose="02020603050405020304" pitchFamily="18" charset="0"/>
                <a:hlinkClick r:id="rId3"/>
              </a:rPr>
              <a:t>bgautam@uncfsu.edu</a:t>
            </a:r>
            <a:r>
              <a:rPr lang="en-US" altLang="en-US" sz="3800">
                <a:latin typeface="Times New Roman" panose="02020603050405020304" pitchFamily="18" charset="0"/>
                <a:cs typeface="Times New Roman" panose="02020603050405020304" pitchFamily="18" charset="0"/>
              </a:rPr>
              <a:t>, </a:t>
            </a:r>
            <a:r>
              <a:rPr lang="en-US" sz="3800">
                <a:latin typeface="Times New Roman" panose="02020603050405020304" pitchFamily="18" charset="0"/>
                <a:cs typeface="Times New Roman" panose="02020603050405020304" pitchFamily="18" charset="0"/>
              </a:rPr>
              <a:t>Phone: 910-672-1653</a:t>
            </a:r>
            <a:endParaRPr lang="en-US" altLang="en-US" sz="3200" b="1">
              <a:latin typeface="Times New Roman" panose="02020603050405020304" pitchFamily="18" charset="0"/>
              <a:cs typeface="Times New Roman" panose="02020603050405020304" pitchFamily="18" charset="0"/>
            </a:endParaRPr>
          </a:p>
        </p:txBody>
      </p:sp>
      <p:sp>
        <p:nvSpPr>
          <p:cNvPr id="27" name="TextBox 26">
            <a:extLst>
              <a:ext uri="{FF2B5EF4-FFF2-40B4-BE49-F238E27FC236}">
                <a16:creationId xmlns:a16="http://schemas.microsoft.com/office/drawing/2014/main" id="{876F09F9-1255-496C-B574-49AA8DA9A3EB}"/>
              </a:ext>
            </a:extLst>
          </p:cNvPr>
          <p:cNvSpPr txBox="1"/>
          <p:nvPr/>
        </p:nvSpPr>
        <p:spPr>
          <a:xfrm>
            <a:off x="29641800" y="8345269"/>
            <a:ext cx="515229" cy="646331"/>
          </a:xfrm>
          <a:prstGeom prst="rect">
            <a:avLst/>
          </a:prstGeom>
          <a:noFill/>
        </p:spPr>
        <p:txBody>
          <a:bodyPr wrap="square" rtlCol="0">
            <a:spAutoFit/>
          </a:bodyPr>
          <a:lstStyle/>
          <a:p>
            <a:r>
              <a:rPr lang="en-US" sz="3600" b="1">
                <a:solidFill>
                  <a:schemeClr val="bg1"/>
                </a:solidFill>
              </a:rPr>
              <a:t>a</a:t>
            </a:r>
          </a:p>
        </p:txBody>
      </p:sp>
      <p:sp>
        <p:nvSpPr>
          <p:cNvPr id="65" name="TextBox 64">
            <a:extLst>
              <a:ext uri="{FF2B5EF4-FFF2-40B4-BE49-F238E27FC236}">
                <a16:creationId xmlns:a16="http://schemas.microsoft.com/office/drawing/2014/main" id="{B0F9D36C-7A7F-458B-B7EE-692FBEB5A544}"/>
              </a:ext>
            </a:extLst>
          </p:cNvPr>
          <p:cNvSpPr txBox="1"/>
          <p:nvPr/>
        </p:nvSpPr>
        <p:spPr>
          <a:xfrm>
            <a:off x="36489376" y="8497669"/>
            <a:ext cx="515229" cy="646331"/>
          </a:xfrm>
          <a:prstGeom prst="rect">
            <a:avLst/>
          </a:prstGeom>
          <a:noFill/>
        </p:spPr>
        <p:txBody>
          <a:bodyPr wrap="square" rtlCol="0">
            <a:spAutoFit/>
          </a:bodyPr>
          <a:lstStyle/>
          <a:p>
            <a:r>
              <a:rPr lang="en-US" sz="3600" b="1">
                <a:solidFill>
                  <a:schemeClr val="bg1"/>
                </a:solidFill>
              </a:rPr>
              <a:t>b</a:t>
            </a:r>
          </a:p>
        </p:txBody>
      </p:sp>
      <p:sp>
        <p:nvSpPr>
          <p:cNvPr id="66" name="TextBox 65">
            <a:extLst>
              <a:ext uri="{FF2B5EF4-FFF2-40B4-BE49-F238E27FC236}">
                <a16:creationId xmlns:a16="http://schemas.microsoft.com/office/drawing/2014/main" id="{D21CC765-3E6D-41D3-8CEC-A7EA7596CB13}"/>
              </a:ext>
            </a:extLst>
          </p:cNvPr>
          <p:cNvSpPr txBox="1"/>
          <p:nvPr/>
        </p:nvSpPr>
        <p:spPr>
          <a:xfrm>
            <a:off x="16598736" y="24231601"/>
            <a:ext cx="393864" cy="651622"/>
          </a:xfrm>
          <a:prstGeom prst="rect">
            <a:avLst/>
          </a:prstGeom>
          <a:noFill/>
        </p:spPr>
        <p:txBody>
          <a:bodyPr wrap="square" rtlCol="0">
            <a:spAutoFit/>
          </a:bodyPr>
          <a:lstStyle/>
          <a:p>
            <a:r>
              <a:rPr lang="en-US" sz="3600" b="1">
                <a:solidFill>
                  <a:schemeClr val="bg1"/>
                </a:solidFill>
              </a:rPr>
              <a:t>a</a:t>
            </a:r>
          </a:p>
        </p:txBody>
      </p:sp>
      <p:sp>
        <p:nvSpPr>
          <p:cNvPr id="67" name="TextBox 66">
            <a:extLst>
              <a:ext uri="{FF2B5EF4-FFF2-40B4-BE49-F238E27FC236}">
                <a16:creationId xmlns:a16="http://schemas.microsoft.com/office/drawing/2014/main" id="{16619130-483E-4D98-8F07-FEE9BBD8A0CA}"/>
              </a:ext>
            </a:extLst>
          </p:cNvPr>
          <p:cNvSpPr txBox="1"/>
          <p:nvPr/>
        </p:nvSpPr>
        <p:spPr>
          <a:xfrm>
            <a:off x="22326600" y="24271069"/>
            <a:ext cx="307362" cy="646331"/>
          </a:xfrm>
          <a:prstGeom prst="rect">
            <a:avLst/>
          </a:prstGeom>
          <a:noFill/>
        </p:spPr>
        <p:txBody>
          <a:bodyPr wrap="square" rtlCol="0">
            <a:spAutoFit/>
          </a:bodyPr>
          <a:lstStyle/>
          <a:p>
            <a:r>
              <a:rPr lang="en-US" sz="3600" b="1">
                <a:solidFill>
                  <a:schemeClr val="bg1"/>
                </a:solidFill>
              </a:rPr>
              <a:t>b</a:t>
            </a:r>
          </a:p>
        </p:txBody>
      </p:sp>
      <p:sp>
        <p:nvSpPr>
          <p:cNvPr id="8" name="Rectangle 7"/>
          <p:cNvSpPr/>
          <p:nvPr/>
        </p:nvSpPr>
        <p:spPr>
          <a:xfrm>
            <a:off x="282310" y="18819535"/>
            <a:ext cx="13739413" cy="13849215"/>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endParaRPr lang="en-US" sz="2000" b="1" u="sng">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BC7664ED-0BAB-46BE-8F86-DF005E71809A}"/>
              </a:ext>
            </a:extLst>
          </p:cNvPr>
          <p:cNvSpPr txBox="1"/>
          <p:nvPr/>
        </p:nvSpPr>
        <p:spPr>
          <a:xfrm>
            <a:off x="318358" y="18721948"/>
            <a:ext cx="9565534" cy="1028507"/>
          </a:xfrm>
          <a:prstGeom prst="rect">
            <a:avLst/>
          </a:prstGeom>
          <a:noFill/>
        </p:spPr>
        <p:txBody>
          <a:bodyPr wrap="square" rtlCol="0">
            <a:spAutoFit/>
          </a:bodyPr>
          <a:lstStyle/>
          <a:p>
            <a:r>
              <a:rPr lang="en-US" sz="6000" b="1" u="sng">
                <a:latin typeface="Times New Roman" panose="02020603050405020304" pitchFamily="18" charset="0"/>
                <a:cs typeface="Times New Roman" panose="02020603050405020304" pitchFamily="18" charset="0"/>
              </a:rPr>
              <a:t>Abstract</a:t>
            </a:r>
          </a:p>
        </p:txBody>
      </p:sp>
      <p:sp>
        <p:nvSpPr>
          <p:cNvPr id="19" name="TextBox 18">
            <a:extLst>
              <a:ext uri="{FF2B5EF4-FFF2-40B4-BE49-F238E27FC236}">
                <a16:creationId xmlns:a16="http://schemas.microsoft.com/office/drawing/2014/main" id="{0D5C2D31-FF88-42A1-816E-BF6057D605A6}"/>
              </a:ext>
            </a:extLst>
          </p:cNvPr>
          <p:cNvSpPr txBox="1"/>
          <p:nvPr/>
        </p:nvSpPr>
        <p:spPr>
          <a:xfrm>
            <a:off x="503576" y="18565737"/>
            <a:ext cx="13196581" cy="14711720"/>
          </a:xfrm>
          <a:prstGeom prst="rect">
            <a:avLst/>
          </a:prstGeom>
          <a:noFill/>
        </p:spPr>
        <p:txBody>
          <a:bodyPr wrap="square" rtlCol="0">
            <a:spAutoFit/>
          </a:bodyPr>
          <a:lstStyle/>
          <a:p>
            <a:pPr marL="0" marR="0" algn="just">
              <a:spcBef>
                <a:spcPts val="0"/>
              </a:spcBef>
              <a:spcAft>
                <a:spcPts val="0"/>
              </a:spcAft>
            </a:pPr>
            <a:endParaRPr lang="en-US" sz="3800">
              <a:latin typeface="Times New Roman" panose="02020603050405020304" pitchFamily="18" charset="0"/>
              <a:cs typeface="Times New Roman" panose="02020603050405020304" pitchFamily="18" charset="0"/>
            </a:endParaRPr>
          </a:p>
          <a:p>
            <a:pPr marL="0" marR="0" algn="just">
              <a:spcBef>
                <a:spcPts val="0"/>
              </a:spcBef>
              <a:spcAft>
                <a:spcPts val="0"/>
              </a:spcAft>
            </a:pPr>
            <a:endParaRPr lang="en-US" sz="3800">
              <a:latin typeface="Times New Roman" panose="02020603050405020304" pitchFamily="18" charset="0"/>
              <a:cs typeface="Times New Roman" panose="02020603050405020304" pitchFamily="18" charset="0"/>
            </a:endParaRPr>
          </a:p>
          <a:p>
            <a:pPr marL="0" marR="0" algn="just">
              <a:spcBef>
                <a:spcPts val="0"/>
              </a:spcBef>
              <a:spcAft>
                <a:spcPts val="0"/>
              </a:spcAft>
            </a:pPr>
            <a:r>
              <a:rPr lang="en-US" sz="3800">
                <a:latin typeface="Times New Roman" panose="02020603050405020304" pitchFamily="18" charset="0"/>
                <a:cs typeface="Times New Roman" panose="02020603050405020304" pitchFamily="18" charset="0"/>
              </a:rPr>
              <a:t>Both morphology and chemical composition (e.g. fluorination) of charge transfer copolymers impact power conversion efficiency in bulk heterojunction solar cells. </a:t>
            </a:r>
            <a:r>
              <a:rPr lang="en-US" sz="4000">
                <a:solidFill>
                  <a:srgbClr val="000000"/>
                </a:solidFill>
                <a:effectLst/>
                <a:latin typeface="Times New Roman" panose="02020603050405020304" pitchFamily="18" charset="0"/>
                <a:ea typeface="Calibri" panose="020F0502020204030204" pitchFamily="34" charset="0"/>
              </a:rPr>
              <a:t>In this work, conjugated polymers with different numbers of fluorine atoms were used to study the effect of fluorination in optical properties of polymers. Thin films of three custom-synthesized conjugated polymers named PBQ-0F, PBQ-QF and PBQ-4F were prepared by spin coating the solutions. T</a:t>
            </a:r>
            <a:r>
              <a:rPr lang="en-US" sz="4000">
                <a:solidFill>
                  <a:srgbClr val="212121"/>
                </a:solidFill>
                <a:effectLst/>
                <a:latin typeface="Times New Roman" panose="02020603050405020304" pitchFamily="18" charset="0"/>
                <a:ea typeface="Calibri" panose="020F0502020204030204" pitchFamily="34" charset="0"/>
              </a:rPr>
              <a:t>he relative intensity of 0-0 to 0-1 is greatest for PBQ-4F and least for PBQ-0F. This suggests that PBQ-4F has J-like aggregation whereas PBQ-0F has H-like aggregation.</a:t>
            </a:r>
            <a:r>
              <a:rPr lang="en-US" sz="4000">
                <a:solidFill>
                  <a:srgbClr val="000000"/>
                </a:solidFill>
                <a:latin typeface="Times New Roman" panose="02020603050405020304" pitchFamily="18" charset="0"/>
                <a:ea typeface="Calibri" panose="020F0502020204030204" pitchFamily="34" charset="0"/>
              </a:rPr>
              <a:t> </a:t>
            </a:r>
            <a:r>
              <a:rPr lang="en-US" sz="4000">
                <a:effectLst/>
                <a:latin typeface="Times New Roman" panose="02020603050405020304" pitchFamily="18" charset="0"/>
                <a:ea typeface="Times New Roman" panose="02020603050405020304" pitchFamily="18" charset="0"/>
              </a:rPr>
              <a:t>We also used Raman spectroscopy in these polymers, which is considered as a non-destructive method that has proven to be highly suitable for studying polymer backbone structure, conformation, and electron delocalization. </a:t>
            </a:r>
            <a:r>
              <a:rPr lang="en-US" sz="4000">
                <a:solidFill>
                  <a:srgbClr val="212121"/>
                </a:solidFill>
                <a:effectLst/>
                <a:latin typeface="Times New Roman" panose="02020603050405020304" pitchFamily="18" charset="0"/>
                <a:ea typeface="Times New Roman" panose="02020603050405020304" pitchFamily="18" charset="0"/>
              </a:rPr>
              <a:t> </a:t>
            </a:r>
            <a:r>
              <a:rPr lang="en-US" sz="4000">
                <a:effectLst/>
                <a:latin typeface="Times New Roman" panose="02020603050405020304" pitchFamily="18" charset="0"/>
                <a:ea typeface="Times New Roman" panose="02020603050405020304" pitchFamily="18" charset="0"/>
              </a:rPr>
              <a:t>There are several Raman modes apparent in the spectrum. Surprisingly, we didn’t observe the 1380 cm</a:t>
            </a:r>
            <a:r>
              <a:rPr lang="en-US" sz="4000" baseline="30000">
                <a:effectLst/>
                <a:latin typeface="Times New Roman" panose="02020603050405020304" pitchFamily="18" charset="0"/>
                <a:ea typeface="Times New Roman" panose="02020603050405020304" pitchFamily="18" charset="0"/>
              </a:rPr>
              <a:t>-1</a:t>
            </a:r>
            <a:r>
              <a:rPr lang="en-US" sz="4000">
                <a:effectLst/>
                <a:latin typeface="Times New Roman" panose="02020603050405020304" pitchFamily="18" charset="0"/>
                <a:ea typeface="Times New Roman" panose="02020603050405020304" pitchFamily="18" charset="0"/>
              </a:rPr>
              <a:t> peak in fluorinated polymers. In addition, 1420 cm</a:t>
            </a:r>
            <a:r>
              <a:rPr lang="en-US" sz="4000" baseline="30000">
                <a:effectLst/>
                <a:latin typeface="Times New Roman" panose="02020603050405020304" pitchFamily="18" charset="0"/>
                <a:ea typeface="Times New Roman" panose="02020603050405020304" pitchFamily="18" charset="0"/>
              </a:rPr>
              <a:t>-1</a:t>
            </a:r>
            <a:r>
              <a:rPr lang="en-US" sz="4000">
                <a:effectLst/>
                <a:latin typeface="Times New Roman" panose="02020603050405020304" pitchFamily="18" charset="0"/>
                <a:ea typeface="Times New Roman" panose="02020603050405020304" pitchFamily="18" charset="0"/>
              </a:rPr>
              <a:t> peak is absent in PBQ-0F and 1433 cm</a:t>
            </a:r>
            <a:r>
              <a:rPr lang="en-US" sz="4000" baseline="30000">
                <a:effectLst/>
                <a:latin typeface="Times New Roman" panose="02020603050405020304" pitchFamily="18" charset="0"/>
                <a:ea typeface="Times New Roman" panose="02020603050405020304" pitchFamily="18" charset="0"/>
              </a:rPr>
              <a:t>-1</a:t>
            </a:r>
            <a:r>
              <a:rPr lang="en-US" sz="4000">
                <a:effectLst/>
                <a:latin typeface="Times New Roman" panose="02020603050405020304" pitchFamily="18" charset="0"/>
                <a:ea typeface="Times New Roman" panose="02020603050405020304" pitchFamily="18" charset="0"/>
              </a:rPr>
              <a:t> peak is enhanced in this polymer compared to fluorinated ones. These observations indicate that electron delocalization in conjugated polymers is influenced by the fluorine atom substitution.</a:t>
            </a:r>
          </a:p>
          <a:p>
            <a:pPr algn="just"/>
            <a:endParaRPr lang="en-US" sz="3800">
              <a:latin typeface="Times New Roman" panose="02020603050405020304" pitchFamily="18" charset="0"/>
              <a:cs typeface="Times New Roman" panose="02020603050405020304" pitchFamily="18" charset="0"/>
            </a:endParaRPr>
          </a:p>
        </p:txBody>
      </p:sp>
      <p:pic>
        <p:nvPicPr>
          <p:cNvPr id="37" name="Picture 36">
            <a:extLst>
              <a:ext uri="{FF2B5EF4-FFF2-40B4-BE49-F238E27FC236}">
                <a16:creationId xmlns:a16="http://schemas.microsoft.com/office/drawing/2014/main" id="{9F0D3F37-4EC8-4330-BAAC-96FD61971483}"/>
              </a:ext>
            </a:extLst>
          </p:cNvPr>
          <p:cNvPicPr>
            <a:picLocks noChangeAspect="1"/>
          </p:cNvPicPr>
          <p:nvPr/>
        </p:nvPicPr>
        <p:blipFill>
          <a:blip r:embed="rId4"/>
          <a:stretch>
            <a:fillRect/>
          </a:stretch>
        </p:blipFill>
        <p:spPr>
          <a:xfrm>
            <a:off x="373960" y="549767"/>
            <a:ext cx="3740840" cy="2331952"/>
          </a:xfrm>
          <a:prstGeom prst="rect">
            <a:avLst/>
          </a:prstGeom>
        </p:spPr>
      </p:pic>
      <p:sp>
        <p:nvSpPr>
          <p:cNvPr id="73" name="Rectangle 72">
            <a:extLst>
              <a:ext uri="{FF2B5EF4-FFF2-40B4-BE49-F238E27FC236}">
                <a16:creationId xmlns:a16="http://schemas.microsoft.com/office/drawing/2014/main" id="{857CA6E8-98E8-42FF-9B6E-CCC4AD82C303}"/>
              </a:ext>
            </a:extLst>
          </p:cNvPr>
          <p:cNvSpPr/>
          <p:nvPr/>
        </p:nvSpPr>
        <p:spPr>
          <a:xfrm>
            <a:off x="28803600" y="23622000"/>
            <a:ext cx="14693897" cy="1924884"/>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r>
              <a:rPr lang="en-US" sz="6000" b="1" u="sng">
                <a:latin typeface="Times New Roman" charset="0"/>
                <a:ea typeface="Times New Roman" charset="0"/>
                <a:cs typeface="Times New Roman" charset="0"/>
              </a:rPr>
              <a:t>Acknowledgements</a:t>
            </a:r>
            <a:endParaRPr lang="en-US" sz="3800">
              <a:latin typeface="Times New Roman" panose="02020603050405020304" pitchFamily="18" charset="0"/>
              <a:ea typeface="Times New Roman" charset="0"/>
              <a:cs typeface="Times New Roman" panose="02020603050405020304" pitchFamily="18" charset="0"/>
            </a:endParaRPr>
          </a:p>
          <a:p>
            <a:r>
              <a:rPr lang="en-US" sz="3800">
                <a:latin typeface="Times New Roman" panose="02020603050405020304" pitchFamily="18" charset="0"/>
                <a:ea typeface="Times New Roman" charset="0"/>
                <a:cs typeface="Times New Roman" panose="02020603050405020304" pitchFamily="18" charset="0"/>
              </a:rPr>
              <a:t>The authors acknowledge funding from the </a:t>
            </a:r>
            <a:r>
              <a:rPr lang="de-DE" sz="3800">
                <a:latin typeface="Times New Roman" panose="02020603050405020304" pitchFamily="18" charset="0"/>
                <a:cs typeface="Times New Roman" panose="02020603050405020304" pitchFamily="18" charset="0"/>
              </a:rPr>
              <a:t>NSF HRD </a:t>
            </a:r>
            <a:r>
              <a:rPr lang="en-US" sz="3800">
                <a:latin typeface="Times New Roman" panose="02020603050405020304" pitchFamily="18" charset="0"/>
                <a:cs typeface="Times New Roman" panose="02020603050405020304" pitchFamily="18" charset="0"/>
              </a:rPr>
              <a:t>1900998</a:t>
            </a:r>
            <a:r>
              <a:rPr lang="de-DE" sz="3800">
                <a:latin typeface="Times New Roman" panose="02020603050405020304" pitchFamily="18" charset="0"/>
                <a:cs typeface="Times New Roman" panose="02020603050405020304" pitchFamily="18" charset="0"/>
              </a:rPr>
              <a:t>. </a:t>
            </a:r>
            <a:endParaRPr lang="en-US" sz="1920"/>
          </a:p>
        </p:txBody>
      </p:sp>
      <p:pic>
        <p:nvPicPr>
          <p:cNvPr id="28" name="Picture 27">
            <a:extLst>
              <a:ext uri="{FF2B5EF4-FFF2-40B4-BE49-F238E27FC236}">
                <a16:creationId xmlns:a16="http://schemas.microsoft.com/office/drawing/2014/main" id="{F0FCDFD9-E4BE-4777-84DB-A9870B3077C2}"/>
              </a:ext>
            </a:extLst>
          </p:cNvPr>
          <p:cNvPicPr>
            <a:picLocks noChangeAspect="1"/>
          </p:cNvPicPr>
          <p:nvPr/>
        </p:nvPicPr>
        <p:blipFill>
          <a:blip r:embed="rId5"/>
          <a:stretch>
            <a:fillRect/>
          </a:stretch>
        </p:blipFill>
        <p:spPr>
          <a:xfrm>
            <a:off x="40112336" y="641365"/>
            <a:ext cx="2808136" cy="2724727"/>
          </a:xfrm>
          <a:prstGeom prst="rect">
            <a:avLst/>
          </a:prstGeom>
        </p:spPr>
      </p:pic>
      <p:sp>
        <p:nvSpPr>
          <p:cNvPr id="71" name="Rectangle 70">
            <a:extLst>
              <a:ext uri="{FF2B5EF4-FFF2-40B4-BE49-F238E27FC236}">
                <a16:creationId xmlns:a16="http://schemas.microsoft.com/office/drawing/2014/main" id="{5379F401-6A9A-4042-99CA-0B8544C41820}"/>
              </a:ext>
            </a:extLst>
          </p:cNvPr>
          <p:cNvSpPr/>
          <p:nvPr/>
        </p:nvSpPr>
        <p:spPr>
          <a:xfrm>
            <a:off x="291898" y="4739627"/>
            <a:ext cx="13739412" cy="1387490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endParaRPr lang="en-US" altLang="ko-KR" sz="3200">
              <a:solidFill>
                <a:srgbClr val="2D2B2B"/>
              </a:solidFill>
              <a:latin typeface="Times New Roman" panose="02020603050405020304" pitchFamily="18" charset="0"/>
              <a:ea typeface="Open Sans" panose="020B0606030504020204" pitchFamily="34" charset="0"/>
              <a:cs typeface="Times New Roman" panose="02020603050405020304" pitchFamily="18" charset="0"/>
            </a:endParaRPr>
          </a:p>
          <a:p>
            <a:endParaRPr lang="en-US" altLang="ko-KR" sz="3200">
              <a:solidFill>
                <a:srgbClr val="2D2B2B"/>
              </a:solidFill>
              <a:latin typeface="Open Sans" panose="020B0606030504020204" pitchFamily="34" charset="0"/>
              <a:ea typeface="Open Sans" panose="020B0606030504020204" pitchFamily="34" charset="0"/>
              <a:cs typeface="Open Sans" panose="020B0606030504020204" pitchFamily="34" charset="0"/>
            </a:endParaRPr>
          </a:p>
          <a:p>
            <a:endParaRPr lang="en-US" altLang="ko-KR" sz="3200">
              <a:solidFill>
                <a:srgbClr val="2D2B2B"/>
              </a:solidFill>
              <a:latin typeface="Open Sans" panose="020B0606030504020204" pitchFamily="34" charset="0"/>
              <a:ea typeface="Open Sans" panose="020B0606030504020204" pitchFamily="34" charset="0"/>
              <a:cs typeface="Open Sans" panose="020B0606030504020204" pitchFamily="34" charset="0"/>
            </a:endParaRPr>
          </a:p>
          <a:p>
            <a:endParaRPr lang="en-US" altLang="ko-KR" sz="3200">
              <a:solidFill>
                <a:srgbClr val="2D2B2B"/>
              </a:solidFill>
              <a:latin typeface="Open Sans" panose="020B0606030504020204" pitchFamily="34" charset="0"/>
              <a:ea typeface="Open Sans" panose="020B0606030504020204" pitchFamily="34" charset="0"/>
              <a:cs typeface="Open Sans" panose="020B0606030504020204" pitchFamily="34" charset="0"/>
            </a:endParaRPr>
          </a:p>
          <a:p>
            <a:endParaRPr lang="en-US" altLang="ko-KR" sz="3200">
              <a:solidFill>
                <a:srgbClr val="2D2B2B"/>
              </a:solidFill>
              <a:latin typeface="Open Sans" panose="020B0606030504020204" pitchFamily="34" charset="0"/>
              <a:ea typeface="Open Sans" panose="020B0606030504020204" pitchFamily="34" charset="0"/>
              <a:cs typeface="Open Sans" panose="020B0606030504020204" pitchFamily="34" charset="0"/>
            </a:endParaRPr>
          </a:p>
          <a:p>
            <a:endParaRPr lang="en-US" altLang="ko-KR" sz="3200">
              <a:solidFill>
                <a:srgbClr val="2D2B2B"/>
              </a:solidFill>
              <a:latin typeface="Open Sans" panose="020B0606030504020204" pitchFamily="34" charset="0"/>
              <a:ea typeface="Open Sans" panose="020B0606030504020204" pitchFamily="34" charset="0"/>
              <a:cs typeface="Open Sans" panose="020B0606030504020204" pitchFamily="34" charset="0"/>
            </a:endParaRPr>
          </a:p>
          <a:p>
            <a:endParaRPr lang="en-US" altLang="ko-KR" sz="3200">
              <a:solidFill>
                <a:srgbClr val="2D2B2B"/>
              </a:solidFill>
              <a:latin typeface="Open Sans" panose="020B0606030504020204" pitchFamily="34" charset="0"/>
              <a:ea typeface="Open Sans" panose="020B0606030504020204" pitchFamily="34" charset="0"/>
              <a:cs typeface="Open Sans" panose="020B0606030504020204" pitchFamily="34" charset="0"/>
            </a:endParaRPr>
          </a:p>
          <a:p>
            <a:endParaRPr lang="en-US" altLang="ko-KR" sz="3200">
              <a:solidFill>
                <a:srgbClr val="2D2B2B"/>
              </a:solidFill>
              <a:latin typeface="Open Sans" panose="020B0606030504020204" pitchFamily="34" charset="0"/>
              <a:ea typeface="Open Sans" panose="020B0606030504020204" pitchFamily="34" charset="0"/>
              <a:cs typeface="Open Sans" panose="020B0606030504020204" pitchFamily="34" charset="0"/>
            </a:endParaRPr>
          </a:p>
          <a:p>
            <a:endParaRPr lang="en-US" altLang="ko-KR" sz="3200" b="1">
              <a:solidFill>
                <a:srgbClr val="2D2B2B"/>
              </a:solidFill>
              <a:latin typeface="Times New Roman" panose="02020603050405020304" pitchFamily="18" charset="0"/>
              <a:ea typeface="Open Sans" panose="020B0606030504020204" pitchFamily="34" charset="0"/>
              <a:cs typeface="Times New Roman" panose="02020603050405020304" pitchFamily="18" charset="0"/>
            </a:endParaRPr>
          </a:p>
          <a:p>
            <a:endParaRPr lang="en-US" altLang="ko-KR" sz="3200" b="1">
              <a:solidFill>
                <a:srgbClr val="2D2B2B"/>
              </a:solidFill>
              <a:latin typeface="Times New Roman" panose="02020603050405020304" pitchFamily="18" charset="0"/>
              <a:ea typeface="Open Sans" panose="020B0606030504020204" pitchFamily="34" charset="0"/>
              <a:cs typeface="Times New Roman" panose="02020603050405020304" pitchFamily="18" charset="0"/>
            </a:endParaRPr>
          </a:p>
          <a:p>
            <a:endParaRPr lang="en-US" altLang="ko-KR" sz="3200" b="1">
              <a:solidFill>
                <a:srgbClr val="2D2B2B"/>
              </a:solidFill>
              <a:latin typeface="Times New Roman" panose="02020603050405020304" pitchFamily="18" charset="0"/>
              <a:ea typeface="Open Sans" panose="020B0606030504020204" pitchFamily="34" charset="0"/>
              <a:cs typeface="Times New Roman" panose="02020603050405020304" pitchFamily="18" charset="0"/>
            </a:endParaRPr>
          </a:p>
          <a:p>
            <a:endParaRPr lang="en-US" altLang="ko-KR" sz="3200" b="1">
              <a:solidFill>
                <a:srgbClr val="2D2B2B"/>
              </a:solidFill>
              <a:latin typeface="Times New Roman" panose="02020603050405020304" pitchFamily="18" charset="0"/>
              <a:ea typeface="Open Sans" panose="020B0606030504020204" pitchFamily="34" charset="0"/>
              <a:cs typeface="Times New Roman" panose="02020603050405020304" pitchFamily="18" charset="0"/>
            </a:endParaRPr>
          </a:p>
          <a:p>
            <a:endParaRPr lang="en-US" altLang="ko-KR" sz="3200" b="1">
              <a:solidFill>
                <a:srgbClr val="2D2B2B"/>
              </a:solidFill>
              <a:latin typeface="Times New Roman" panose="02020603050405020304" pitchFamily="18" charset="0"/>
              <a:ea typeface="Open Sans" panose="020B0606030504020204" pitchFamily="34" charset="0"/>
              <a:cs typeface="Times New Roman" panose="02020603050405020304" pitchFamily="18" charset="0"/>
            </a:endParaRPr>
          </a:p>
          <a:p>
            <a:endParaRPr lang="en-US" altLang="ko-KR" sz="3200" b="1">
              <a:solidFill>
                <a:srgbClr val="2D2B2B"/>
              </a:solidFill>
              <a:latin typeface="Times New Roman" panose="02020603050405020304" pitchFamily="18" charset="0"/>
              <a:ea typeface="Open Sans" panose="020B0606030504020204" pitchFamily="34" charset="0"/>
              <a:cs typeface="Times New Roman" panose="02020603050405020304" pitchFamily="18" charset="0"/>
            </a:endParaRPr>
          </a:p>
          <a:p>
            <a:endParaRPr lang="en-US" altLang="ko-KR" sz="3200" b="1">
              <a:solidFill>
                <a:srgbClr val="2D2B2B"/>
              </a:solidFill>
              <a:latin typeface="Times New Roman" panose="02020603050405020304" pitchFamily="18" charset="0"/>
              <a:ea typeface="Open Sans" panose="020B0606030504020204" pitchFamily="34" charset="0"/>
              <a:cs typeface="Times New Roman" panose="02020603050405020304" pitchFamily="18" charset="0"/>
            </a:endParaRPr>
          </a:p>
          <a:p>
            <a:endParaRPr lang="en-US" altLang="ko-KR" sz="3600" b="1">
              <a:solidFill>
                <a:srgbClr val="2D2B2B"/>
              </a:solidFill>
              <a:latin typeface="Times New Roman" panose="02020603050405020304" pitchFamily="18" charset="0"/>
              <a:ea typeface="Open Sans" panose="020B0606030504020204" pitchFamily="34" charset="0"/>
              <a:cs typeface="Times New Roman" panose="02020603050405020304" pitchFamily="18" charset="0"/>
            </a:endParaRPr>
          </a:p>
        </p:txBody>
      </p:sp>
      <p:sp>
        <p:nvSpPr>
          <p:cNvPr id="68" name="TextBox 67">
            <a:extLst>
              <a:ext uri="{FF2B5EF4-FFF2-40B4-BE49-F238E27FC236}">
                <a16:creationId xmlns:a16="http://schemas.microsoft.com/office/drawing/2014/main" id="{3B5FCBAF-A155-431C-B1E5-652954474D0D}"/>
              </a:ext>
            </a:extLst>
          </p:cNvPr>
          <p:cNvSpPr txBox="1"/>
          <p:nvPr/>
        </p:nvSpPr>
        <p:spPr>
          <a:xfrm>
            <a:off x="594315" y="5229403"/>
            <a:ext cx="9592638" cy="1015663"/>
          </a:xfrm>
          <a:prstGeom prst="rect">
            <a:avLst/>
          </a:prstGeom>
          <a:noFill/>
        </p:spPr>
        <p:txBody>
          <a:bodyPr wrap="square" rtlCol="0">
            <a:spAutoFit/>
          </a:bodyPr>
          <a:lstStyle/>
          <a:p>
            <a:r>
              <a:rPr lang="en-US" sz="6000" b="1" u="sng">
                <a:latin typeface="Times New Roman" panose="02020603050405020304" pitchFamily="18" charset="0"/>
                <a:cs typeface="Times New Roman" panose="02020603050405020304" pitchFamily="18" charset="0"/>
              </a:rPr>
              <a:t>Introduction</a:t>
            </a:r>
          </a:p>
        </p:txBody>
      </p:sp>
      <p:sp>
        <p:nvSpPr>
          <p:cNvPr id="72" name="TextBox 71">
            <a:extLst>
              <a:ext uri="{FF2B5EF4-FFF2-40B4-BE49-F238E27FC236}">
                <a16:creationId xmlns:a16="http://schemas.microsoft.com/office/drawing/2014/main" id="{E1FC58D3-238F-4460-AFA9-55795A692EF2}"/>
              </a:ext>
            </a:extLst>
          </p:cNvPr>
          <p:cNvSpPr txBox="1"/>
          <p:nvPr/>
        </p:nvSpPr>
        <p:spPr>
          <a:xfrm>
            <a:off x="14363429" y="13041758"/>
            <a:ext cx="8034806" cy="1015663"/>
          </a:xfrm>
          <a:prstGeom prst="rect">
            <a:avLst/>
          </a:prstGeom>
          <a:noFill/>
        </p:spPr>
        <p:txBody>
          <a:bodyPr wrap="square" rtlCol="0">
            <a:spAutoFit/>
          </a:bodyPr>
          <a:lstStyle/>
          <a:p>
            <a:r>
              <a:rPr lang="en-US" sz="6000" b="1" u="sng">
                <a:latin typeface="Times New Roman" panose="02020603050405020304" pitchFamily="18" charset="0"/>
                <a:cs typeface="Times New Roman" panose="02020603050405020304" pitchFamily="18" charset="0"/>
              </a:rPr>
              <a:t>Thin Film Preparation: </a:t>
            </a:r>
          </a:p>
        </p:txBody>
      </p:sp>
      <p:sp>
        <p:nvSpPr>
          <p:cNvPr id="18" name="TextBox 17">
            <a:extLst>
              <a:ext uri="{FF2B5EF4-FFF2-40B4-BE49-F238E27FC236}">
                <a16:creationId xmlns:a16="http://schemas.microsoft.com/office/drawing/2014/main" id="{081A53A7-4FE4-4970-B837-4FA36AED7072}"/>
              </a:ext>
            </a:extLst>
          </p:cNvPr>
          <p:cNvSpPr txBox="1"/>
          <p:nvPr/>
        </p:nvSpPr>
        <p:spPr>
          <a:xfrm>
            <a:off x="14425010" y="14152593"/>
            <a:ext cx="13881688" cy="2554545"/>
          </a:xfrm>
          <a:prstGeom prst="rect">
            <a:avLst/>
          </a:prstGeom>
          <a:noFill/>
        </p:spPr>
        <p:txBody>
          <a:bodyPr wrap="square" rtlCol="0">
            <a:spAutoFit/>
          </a:bodyPr>
          <a:lstStyle/>
          <a:p>
            <a:pPr marL="571500" indent="-571500">
              <a:buFont typeface="Arial" panose="020B0604020202020204" pitchFamily="34" charset="0"/>
              <a:buChar char="•"/>
            </a:pPr>
            <a:r>
              <a:rPr lang="en-US" sz="4000">
                <a:latin typeface="Times New Roman" panose="02020603050405020304" pitchFamily="18" charset="0"/>
                <a:cs typeface="Times New Roman" panose="02020603050405020304" pitchFamily="18" charset="0"/>
              </a:rPr>
              <a:t>Solutions were prepared by dissolving </a:t>
            </a:r>
            <a:r>
              <a:rPr lang="en-US" sz="4000">
                <a:solidFill>
                  <a:srgbClr val="000000"/>
                </a:solidFill>
                <a:effectLst/>
                <a:latin typeface="Times New Roman" panose="02020603050405020304" pitchFamily="18" charset="0"/>
                <a:ea typeface="Calibri" panose="020F0502020204030204" pitchFamily="34" charset="0"/>
              </a:rPr>
              <a:t>PBQ-0F, PBQ-QF and PBQ-4F  polymer powders </a:t>
            </a:r>
            <a:r>
              <a:rPr lang="en-US" sz="4000">
                <a:latin typeface="Times New Roman" panose="02020603050405020304" pitchFamily="18" charset="0"/>
                <a:cs typeface="Times New Roman" panose="02020603050405020304" pitchFamily="18" charset="0"/>
              </a:rPr>
              <a:t>in chlorobenzene.</a:t>
            </a:r>
          </a:p>
          <a:p>
            <a:pPr marL="571500" indent="-571500">
              <a:buFont typeface="Arial" panose="020B0604020202020204" pitchFamily="34" charset="0"/>
              <a:buChar char="•"/>
            </a:pPr>
            <a:r>
              <a:rPr lang="en-US" sz="4000">
                <a:latin typeface="Times New Roman" panose="02020603050405020304" pitchFamily="18" charset="0"/>
                <a:cs typeface="Times New Roman" panose="02020603050405020304" pitchFamily="18" charset="0"/>
              </a:rPr>
              <a:t> Thin films were prepared by spin coating the corresponding solutions on glass at 1000 rpm for 40s. </a:t>
            </a:r>
            <a:endParaRPr lang="en-US" sz="4000"/>
          </a:p>
        </p:txBody>
      </p:sp>
      <p:sp>
        <p:nvSpPr>
          <p:cNvPr id="54" name="Rectangle 53">
            <a:extLst>
              <a:ext uri="{FF2B5EF4-FFF2-40B4-BE49-F238E27FC236}">
                <a16:creationId xmlns:a16="http://schemas.microsoft.com/office/drawing/2014/main" id="{0DD29062-CE5C-4FB6-B21E-962581B655DE}"/>
              </a:ext>
            </a:extLst>
          </p:cNvPr>
          <p:cNvSpPr/>
          <p:nvPr/>
        </p:nvSpPr>
        <p:spPr>
          <a:xfrm>
            <a:off x="14213351" y="19277167"/>
            <a:ext cx="14235970" cy="13391583"/>
          </a:xfrm>
          <a:prstGeom prst="rect">
            <a:avLst/>
          </a:prstGeom>
          <a:ln w="9525"/>
        </p:spPr>
        <p:style>
          <a:lnRef idx="2">
            <a:schemeClr val="accent1"/>
          </a:lnRef>
          <a:fillRef idx="1">
            <a:schemeClr val="lt1"/>
          </a:fillRef>
          <a:effectRef idx="0">
            <a:schemeClr val="accent1"/>
          </a:effectRef>
          <a:fontRef idx="minor">
            <a:schemeClr val="dk1"/>
          </a:fontRef>
        </p:style>
        <p:txBody>
          <a:bodyPr rtlCol="0" anchor="ctr"/>
          <a:lstStyle/>
          <a:p>
            <a:pPr marL="342900" indent="-342900" algn="ctr">
              <a:buFont typeface="Arial" panose="020B0604020202020204" pitchFamily="34" charset="0"/>
              <a:buChar char="•"/>
            </a:pPr>
            <a:endParaRPr lang="en-US" sz="1920"/>
          </a:p>
        </p:txBody>
      </p:sp>
      <p:sp>
        <p:nvSpPr>
          <p:cNvPr id="74" name="TextBox 73">
            <a:extLst>
              <a:ext uri="{FF2B5EF4-FFF2-40B4-BE49-F238E27FC236}">
                <a16:creationId xmlns:a16="http://schemas.microsoft.com/office/drawing/2014/main" id="{EDE19D5D-01F5-4D93-925B-FDC37B7584D8}"/>
              </a:ext>
            </a:extLst>
          </p:cNvPr>
          <p:cNvSpPr txBox="1"/>
          <p:nvPr/>
        </p:nvSpPr>
        <p:spPr>
          <a:xfrm>
            <a:off x="14304210" y="19393834"/>
            <a:ext cx="8776263" cy="1015663"/>
          </a:xfrm>
          <a:prstGeom prst="rect">
            <a:avLst/>
          </a:prstGeom>
          <a:noFill/>
        </p:spPr>
        <p:txBody>
          <a:bodyPr wrap="square" rtlCol="0">
            <a:spAutoFit/>
          </a:bodyPr>
          <a:lstStyle/>
          <a:p>
            <a:r>
              <a:rPr lang="en-US" sz="6000" b="1" u="sng">
                <a:latin typeface="Times New Roman" panose="02020603050405020304" pitchFamily="18" charset="0"/>
                <a:cs typeface="Times New Roman" panose="02020603050405020304" pitchFamily="18" charset="0"/>
              </a:rPr>
              <a:t>Absorption Spectra</a:t>
            </a:r>
          </a:p>
        </p:txBody>
      </p:sp>
      <p:sp>
        <p:nvSpPr>
          <p:cNvPr id="76" name="TextBox 75">
            <a:extLst>
              <a:ext uri="{FF2B5EF4-FFF2-40B4-BE49-F238E27FC236}">
                <a16:creationId xmlns:a16="http://schemas.microsoft.com/office/drawing/2014/main" id="{51BC9FB9-6DC5-406B-A781-5E024292BD08}"/>
              </a:ext>
            </a:extLst>
          </p:cNvPr>
          <p:cNvSpPr txBox="1"/>
          <p:nvPr/>
        </p:nvSpPr>
        <p:spPr>
          <a:xfrm>
            <a:off x="14409198" y="28399607"/>
            <a:ext cx="14301119" cy="1261884"/>
          </a:xfrm>
          <a:prstGeom prst="rect">
            <a:avLst/>
          </a:prstGeom>
          <a:noFill/>
        </p:spPr>
        <p:txBody>
          <a:bodyPr wrap="square" rtlCol="0">
            <a:spAutoFit/>
          </a:bodyPr>
          <a:lstStyle/>
          <a:p>
            <a:pPr marL="571500" indent="-571500">
              <a:buFont typeface="Arial" panose="020B0604020202020204" pitchFamily="34" charset="0"/>
              <a:buChar char="•"/>
            </a:pPr>
            <a:r>
              <a:rPr lang="en-US" sz="3800">
                <a:latin typeface="Times New Roman" panose="02020603050405020304" pitchFamily="18" charset="0"/>
                <a:cs typeface="Times New Roman" panose="02020603050405020304" pitchFamily="18" charset="0"/>
              </a:rPr>
              <a:t> Both polymers have same band gap and very similar spectral coverage.</a:t>
            </a:r>
          </a:p>
        </p:txBody>
      </p:sp>
      <p:sp>
        <p:nvSpPr>
          <p:cNvPr id="81" name="TextBox 80">
            <a:extLst>
              <a:ext uri="{FF2B5EF4-FFF2-40B4-BE49-F238E27FC236}">
                <a16:creationId xmlns:a16="http://schemas.microsoft.com/office/drawing/2014/main" id="{68E52139-CF5B-4F16-B2AA-638D723F3C59}"/>
              </a:ext>
            </a:extLst>
          </p:cNvPr>
          <p:cNvSpPr txBox="1"/>
          <p:nvPr/>
        </p:nvSpPr>
        <p:spPr>
          <a:xfrm>
            <a:off x="14331860" y="17280652"/>
            <a:ext cx="10255740" cy="954107"/>
          </a:xfrm>
          <a:prstGeom prst="rect">
            <a:avLst/>
          </a:prstGeom>
          <a:noFill/>
        </p:spPr>
        <p:txBody>
          <a:bodyPr wrap="square" rtlCol="0">
            <a:spAutoFit/>
          </a:bodyPr>
          <a:lstStyle/>
          <a:p>
            <a:r>
              <a:rPr lang="en-US" sz="3800" b="1" dirty="0">
                <a:latin typeface="Times New Roman" panose="02020603050405020304" pitchFamily="18" charset="0"/>
                <a:cs typeface="Times New Roman" panose="02020603050405020304" pitchFamily="18" charset="0"/>
              </a:rPr>
              <a:t>Figure 3</a:t>
            </a:r>
            <a:r>
              <a:rPr lang="en-US" sz="3800" dirty="0">
                <a:latin typeface="Times New Roman" panose="02020603050405020304" pitchFamily="18" charset="0"/>
                <a:cs typeface="Times New Roman" panose="02020603050405020304" pitchFamily="18" charset="0"/>
              </a:rPr>
              <a:t>. Optical image of  PBQ polymer film.</a:t>
            </a:r>
          </a:p>
          <a:p>
            <a:r>
              <a:rPr lang="en-US" dirty="0"/>
              <a:t>.</a:t>
            </a:r>
          </a:p>
        </p:txBody>
      </p:sp>
      <p:sp>
        <p:nvSpPr>
          <p:cNvPr id="42" name="TextBox 41">
            <a:extLst>
              <a:ext uri="{FF2B5EF4-FFF2-40B4-BE49-F238E27FC236}">
                <a16:creationId xmlns:a16="http://schemas.microsoft.com/office/drawing/2014/main" id="{2E420BFB-2DFF-44F0-96CB-68CCB1A08EF5}"/>
              </a:ext>
            </a:extLst>
          </p:cNvPr>
          <p:cNvSpPr txBox="1"/>
          <p:nvPr/>
        </p:nvSpPr>
        <p:spPr>
          <a:xfrm>
            <a:off x="14373836" y="29613132"/>
            <a:ext cx="13969212" cy="1261884"/>
          </a:xfrm>
          <a:prstGeom prst="rect">
            <a:avLst/>
          </a:prstGeom>
          <a:noFill/>
        </p:spPr>
        <p:txBody>
          <a:bodyPr wrap="square" rtlCol="0">
            <a:spAutoFit/>
          </a:bodyPr>
          <a:lstStyle/>
          <a:p>
            <a:pPr marL="571500" indent="-571500">
              <a:buFont typeface="Arial" panose="020B0604020202020204" pitchFamily="34" charset="0"/>
              <a:buChar char="•"/>
            </a:pPr>
            <a:r>
              <a:rPr lang="en-US" sz="3800">
                <a:latin typeface="Times New Roman" panose="02020603050405020304" pitchFamily="18" charset="0"/>
                <a:cs typeface="Times New Roman" panose="02020603050405020304" pitchFamily="18" charset="0"/>
              </a:rPr>
              <a:t>Optical cross section strengths for 0-0 and 0-1 </a:t>
            </a:r>
            <a:r>
              <a:rPr lang="en-US" sz="3800" err="1">
                <a:latin typeface="Times New Roman" panose="02020603050405020304" pitchFamily="18" charset="0"/>
                <a:cs typeface="Times New Roman" panose="02020603050405020304" pitchFamily="18" charset="0"/>
              </a:rPr>
              <a:t>vibronic</a:t>
            </a:r>
            <a:r>
              <a:rPr lang="en-US" sz="3800">
                <a:latin typeface="Times New Roman" panose="02020603050405020304" pitchFamily="18" charset="0"/>
                <a:cs typeface="Times New Roman" panose="02020603050405020304" pitchFamily="18" charset="0"/>
              </a:rPr>
              <a:t> transitions depends on choice of solvent and fluorination</a:t>
            </a:r>
            <a:endParaRPr lang="en-US" sz="3800"/>
          </a:p>
        </p:txBody>
      </p:sp>
      <p:pic>
        <p:nvPicPr>
          <p:cNvPr id="9" name="Picture 8">
            <a:extLst>
              <a:ext uri="{FF2B5EF4-FFF2-40B4-BE49-F238E27FC236}">
                <a16:creationId xmlns:a16="http://schemas.microsoft.com/office/drawing/2014/main" id="{7E5BAFCD-EC58-CD19-351D-C2188A9E290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720996" y="12826252"/>
            <a:ext cx="7948273" cy="3645140"/>
          </a:xfrm>
          <a:prstGeom prst="rect">
            <a:avLst/>
          </a:prstGeom>
        </p:spPr>
      </p:pic>
      <p:sp>
        <p:nvSpPr>
          <p:cNvPr id="10" name="Rectangle 7">
            <a:extLst>
              <a:ext uri="{FF2B5EF4-FFF2-40B4-BE49-F238E27FC236}">
                <a16:creationId xmlns:a16="http://schemas.microsoft.com/office/drawing/2014/main" id="{8D443C93-6C33-4447-3E1A-772B196F7D0D}"/>
              </a:ext>
            </a:extLst>
          </p:cNvPr>
          <p:cNvSpPr>
            <a:spLocks noChangeArrowheads="1"/>
          </p:cNvSpPr>
          <p:nvPr/>
        </p:nvSpPr>
        <p:spPr bwMode="auto">
          <a:xfrm rot="10800000" flipV="1">
            <a:off x="618707" y="6352487"/>
            <a:ext cx="13184344" cy="6617148"/>
          </a:xfrm>
          <a:prstGeom prst="rect">
            <a:avLst/>
          </a:prstGeom>
          <a:noFill/>
          <a:ln w="9525">
            <a:noFill/>
            <a:miter lim="800000"/>
            <a:headEnd/>
            <a:tailEnd/>
          </a:ln>
          <a:effectLst/>
        </p:spPr>
        <p:txBody>
          <a:bodyPr vert="horz" wrap="square" lIns="91392" tIns="45696" rIns="91392" bIns="45696" numCol="1" anchor="ctr" anchorCtr="0" compatLnSpc="1">
            <a:prstTxWarp prst="textNoShape">
              <a:avLst/>
            </a:prstTxWarp>
            <a:spAutoFit/>
          </a:bodyPr>
          <a:lstStyle/>
          <a:p>
            <a:pPr algn="just" defTabSz="913944" fontAlgn="base">
              <a:spcBef>
                <a:spcPct val="0"/>
              </a:spcBef>
              <a:spcAft>
                <a:spcPct val="0"/>
              </a:spcAft>
            </a:pPr>
            <a:r>
              <a:rPr lang="en-US" sz="3800">
                <a:latin typeface="Times New Roman" panose="02020603050405020304" pitchFamily="18" charset="0"/>
                <a:cs typeface="Times New Roman" panose="02020603050405020304" pitchFamily="18" charset="0"/>
              </a:rPr>
              <a:t>Conjugated polymers have an extreme potential for applications in opto-electronics, including solar cells, light emitting diodes, and thin-film organic transistors, and inter and intra chain exciton coupling in polymers impact their electrical and optical properties. When the molecular arrangement leads to the transition dipole moments being oriented along the polymer backbone, strong intrachain electronic coupling is obtained (J-aggregation). In contrast, parallel packing of multiple chains favor strong interchain electronic coupling (H-aggregation)</a:t>
            </a:r>
            <a:r>
              <a:rPr lang="en-US" sz="3800">
                <a:solidFill>
                  <a:srgbClr val="000000"/>
                </a:solidFill>
                <a:latin typeface="Times New Roman" panose="02020603050405020304" pitchFamily="18" charset="0"/>
                <a:ea typeface="Calibri" pitchFamily="34" charset="0"/>
                <a:cs typeface="Times New Roman" panose="02020603050405020304" pitchFamily="18" charset="0"/>
              </a:rPr>
              <a:t>. It has been reported that </a:t>
            </a:r>
            <a:r>
              <a:rPr lang="en-US" sz="4000" b="0" i="0">
                <a:solidFill>
                  <a:srgbClr val="000000"/>
                </a:solidFill>
                <a:effectLst/>
                <a:latin typeface="georgia" panose="02040502050405020303" pitchFamily="18" charset="0"/>
              </a:rPr>
              <a:t>addition of fluorine atoms in the chemical structure of conjugated polymers changes the electronic coupling</a:t>
            </a:r>
            <a:r>
              <a:rPr lang="en-US" sz="3800">
                <a:solidFill>
                  <a:srgbClr val="000000"/>
                </a:solidFill>
                <a:latin typeface="Times New Roman" panose="02020603050405020304" pitchFamily="18" charset="0"/>
                <a:ea typeface="Calibri" pitchFamily="34" charset="0"/>
                <a:cs typeface="Times New Roman" panose="02020603050405020304" pitchFamily="18" charset="0"/>
              </a:rPr>
              <a:t> </a:t>
            </a:r>
            <a:endParaRPr lang="en-US" sz="380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125F7515-C3AB-4B4F-A7FF-AC9201AE0F1C}"/>
              </a:ext>
            </a:extLst>
          </p:cNvPr>
          <p:cNvSpPr txBox="1"/>
          <p:nvPr/>
        </p:nvSpPr>
        <p:spPr>
          <a:xfrm>
            <a:off x="578802" y="16580069"/>
            <a:ext cx="13458578" cy="1846659"/>
          </a:xfrm>
          <a:prstGeom prst="rect">
            <a:avLst/>
          </a:prstGeom>
          <a:noFill/>
        </p:spPr>
        <p:txBody>
          <a:bodyPr wrap="square" rtlCol="0">
            <a:spAutoFit/>
          </a:bodyPr>
          <a:lstStyle/>
          <a:p>
            <a:r>
              <a:rPr lang="en-US" sz="3800" b="1">
                <a:latin typeface="Times New Roman" panose="02020603050405020304" pitchFamily="18" charset="0"/>
                <a:cs typeface="Times New Roman" panose="02020603050405020304" pitchFamily="18" charset="0"/>
              </a:rPr>
              <a:t>Figure 1.</a:t>
            </a:r>
            <a:r>
              <a:rPr lang="en-US" sz="3800">
                <a:latin typeface="Times New Roman" panose="02020603050405020304" pitchFamily="18" charset="0"/>
                <a:cs typeface="Times New Roman" panose="02020603050405020304" pitchFamily="18" charset="0"/>
              </a:rPr>
              <a:t> Exciton coupling between polymer chains is dominate in H-aggregation and coupling along the chain is dominate in J-aggregation.</a:t>
            </a:r>
          </a:p>
        </p:txBody>
      </p:sp>
      <p:sp>
        <p:nvSpPr>
          <p:cNvPr id="21" name="TextBox 20">
            <a:extLst>
              <a:ext uri="{FF2B5EF4-FFF2-40B4-BE49-F238E27FC236}">
                <a16:creationId xmlns:a16="http://schemas.microsoft.com/office/drawing/2014/main" id="{42533C1E-0C8E-531D-48F8-951D044206BC}"/>
              </a:ext>
            </a:extLst>
          </p:cNvPr>
          <p:cNvSpPr txBox="1"/>
          <p:nvPr/>
        </p:nvSpPr>
        <p:spPr>
          <a:xfrm>
            <a:off x="14601300" y="4565803"/>
            <a:ext cx="13461371" cy="1015663"/>
          </a:xfrm>
          <a:prstGeom prst="rect">
            <a:avLst/>
          </a:prstGeom>
          <a:noFill/>
        </p:spPr>
        <p:txBody>
          <a:bodyPr wrap="square" rtlCol="0">
            <a:spAutoFit/>
          </a:bodyPr>
          <a:lstStyle/>
          <a:p>
            <a:r>
              <a:rPr lang="en-US" sz="6000" b="1" u="sng">
                <a:latin typeface="Times New Roman" panose="02020603050405020304" pitchFamily="18" charset="0"/>
                <a:cs typeface="Times New Roman" panose="02020603050405020304" pitchFamily="18" charset="0"/>
              </a:rPr>
              <a:t>Materials</a:t>
            </a:r>
          </a:p>
        </p:txBody>
      </p:sp>
      <p:sp>
        <p:nvSpPr>
          <p:cNvPr id="35" name="TextBox 34">
            <a:extLst>
              <a:ext uri="{FF2B5EF4-FFF2-40B4-BE49-F238E27FC236}">
                <a16:creationId xmlns:a16="http://schemas.microsoft.com/office/drawing/2014/main" id="{FB5D70AF-86FD-F685-A584-FCE7C82DC9F7}"/>
              </a:ext>
            </a:extLst>
          </p:cNvPr>
          <p:cNvSpPr txBox="1"/>
          <p:nvPr/>
        </p:nvSpPr>
        <p:spPr>
          <a:xfrm>
            <a:off x="14425010" y="11284213"/>
            <a:ext cx="13678826" cy="677108"/>
          </a:xfrm>
          <a:prstGeom prst="rect">
            <a:avLst/>
          </a:prstGeom>
          <a:noFill/>
        </p:spPr>
        <p:txBody>
          <a:bodyPr wrap="square" rtlCol="0">
            <a:spAutoFit/>
          </a:bodyPr>
          <a:lstStyle/>
          <a:p>
            <a:r>
              <a:rPr lang="en-US" sz="3800" b="1" dirty="0">
                <a:latin typeface="Times New Roman" panose="02020603050405020304" pitchFamily="18" charset="0"/>
                <a:cs typeface="Times New Roman" panose="02020603050405020304" pitchFamily="18" charset="0"/>
              </a:rPr>
              <a:t>Figure 2</a:t>
            </a:r>
            <a:r>
              <a:rPr lang="en-US" sz="3800" dirty="0">
                <a:latin typeface="Times New Roman" panose="02020603050405020304" pitchFamily="18" charset="0"/>
                <a:cs typeface="Times New Roman" panose="02020603050405020304" pitchFamily="18" charset="0"/>
              </a:rPr>
              <a:t>. Chemical structure  of PBQ polymers. </a:t>
            </a:r>
            <a:endParaRPr lang="en-US" sz="3800" dirty="0"/>
          </a:p>
        </p:txBody>
      </p:sp>
      <p:pic>
        <p:nvPicPr>
          <p:cNvPr id="39" name="Picture 38" descr="Diagram, schematic&#10;&#10;Description automatically generated">
            <a:extLst>
              <a:ext uri="{FF2B5EF4-FFF2-40B4-BE49-F238E27FC236}">
                <a16:creationId xmlns:a16="http://schemas.microsoft.com/office/drawing/2014/main" id="{EB808B5D-C25B-DF7F-A92B-D49DFC882D7D}"/>
              </a:ext>
            </a:extLst>
          </p:cNvPr>
          <p:cNvPicPr>
            <a:picLocks noChangeAspect="1"/>
          </p:cNvPicPr>
          <p:nvPr/>
        </p:nvPicPr>
        <p:blipFill>
          <a:blip r:embed="rId7"/>
          <a:stretch>
            <a:fillRect/>
          </a:stretch>
        </p:blipFill>
        <p:spPr>
          <a:xfrm>
            <a:off x="19447564" y="4985700"/>
            <a:ext cx="6646221" cy="6210755"/>
          </a:xfrm>
          <a:prstGeom prst="rect">
            <a:avLst/>
          </a:prstGeom>
        </p:spPr>
      </p:pic>
      <p:sp>
        <p:nvSpPr>
          <p:cNvPr id="3" name="TextBox 2">
            <a:extLst>
              <a:ext uri="{FF2B5EF4-FFF2-40B4-BE49-F238E27FC236}">
                <a16:creationId xmlns:a16="http://schemas.microsoft.com/office/drawing/2014/main" id="{910FA4F1-1858-6DC9-E7E1-E33141A5761B}"/>
              </a:ext>
            </a:extLst>
          </p:cNvPr>
          <p:cNvSpPr txBox="1"/>
          <p:nvPr/>
        </p:nvSpPr>
        <p:spPr>
          <a:xfrm>
            <a:off x="28794773" y="4689107"/>
            <a:ext cx="14049168" cy="1938992"/>
          </a:xfrm>
          <a:prstGeom prst="rect">
            <a:avLst/>
          </a:prstGeom>
          <a:noFill/>
        </p:spPr>
        <p:txBody>
          <a:bodyPr wrap="square" rtlCol="0">
            <a:spAutoFit/>
          </a:bodyPr>
          <a:lstStyle/>
          <a:p>
            <a:r>
              <a:rPr lang="en-US" sz="6000" b="1" u="sng">
                <a:latin typeface="Times New Roman" panose="02020603050405020304" pitchFamily="18" charset="0"/>
                <a:cs typeface="Times New Roman" panose="02020603050405020304" pitchFamily="18" charset="0"/>
              </a:rPr>
              <a:t>Raman Spectra </a:t>
            </a:r>
            <a:r>
              <a:rPr lang="en-US" altLang="ko-KR" sz="6000" b="1" u="sng">
                <a:solidFill>
                  <a:prstClr val="black"/>
                </a:solidFill>
                <a:latin typeface="Times New Roman" panose="02020603050405020304" pitchFamily="18" charset="0"/>
                <a:cs typeface="Times New Roman" panose="02020603050405020304" pitchFamily="18" charset="0"/>
              </a:rPr>
              <a:t>Polymer Films</a:t>
            </a:r>
            <a:endParaRPr lang="en-US" sz="6000" b="1" u="sng">
              <a:latin typeface="Times New Roman" panose="02020603050405020304" pitchFamily="18" charset="0"/>
              <a:cs typeface="Times New Roman" panose="02020603050405020304" pitchFamily="18" charset="0"/>
            </a:endParaRPr>
          </a:p>
          <a:p>
            <a:endParaRPr lang="en-US" sz="6000"/>
          </a:p>
        </p:txBody>
      </p:sp>
      <p:pic>
        <p:nvPicPr>
          <p:cNvPr id="6" name="Picture 5" descr="Chart, histogram&#10;&#10;Description automatically generated">
            <a:extLst>
              <a:ext uri="{FF2B5EF4-FFF2-40B4-BE49-F238E27FC236}">
                <a16:creationId xmlns:a16="http://schemas.microsoft.com/office/drawing/2014/main" id="{92336037-4769-AE7C-E775-C813CC7C0251}"/>
              </a:ext>
            </a:extLst>
          </p:cNvPr>
          <p:cNvPicPr>
            <a:picLocks noChangeAspect="1"/>
          </p:cNvPicPr>
          <p:nvPr/>
        </p:nvPicPr>
        <p:blipFill>
          <a:blip r:embed="rId8"/>
          <a:stretch>
            <a:fillRect/>
          </a:stretch>
        </p:blipFill>
        <p:spPr>
          <a:xfrm>
            <a:off x="30165856" y="6043064"/>
            <a:ext cx="9773077" cy="7478803"/>
          </a:xfrm>
          <a:prstGeom prst="rect">
            <a:avLst/>
          </a:prstGeom>
        </p:spPr>
      </p:pic>
      <p:sp>
        <p:nvSpPr>
          <p:cNvPr id="14" name="TextBox 13">
            <a:extLst>
              <a:ext uri="{FF2B5EF4-FFF2-40B4-BE49-F238E27FC236}">
                <a16:creationId xmlns:a16="http://schemas.microsoft.com/office/drawing/2014/main" id="{1249B28D-D889-98D9-4C6D-50D82989C86A}"/>
              </a:ext>
            </a:extLst>
          </p:cNvPr>
          <p:cNvSpPr txBox="1"/>
          <p:nvPr/>
        </p:nvSpPr>
        <p:spPr>
          <a:xfrm>
            <a:off x="29209726" y="13644500"/>
            <a:ext cx="14296599" cy="1938992"/>
          </a:xfrm>
          <a:prstGeom prst="rect">
            <a:avLst/>
          </a:prstGeom>
          <a:noFill/>
        </p:spPr>
        <p:txBody>
          <a:bodyPr wrap="square">
            <a:spAutoFit/>
          </a:bodyPr>
          <a:lstStyle/>
          <a:p>
            <a:pPr marL="571500" indent="-571500">
              <a:buFont typeface="Arial" panose="020B0604020202020204" pitchFamily="34" charset="0"/>
              <a:buChar char="•"/>
            </a:pPr>
            <a:r>
              <a:rPr lang="en-US" sz="4000">
                <a:effectLst/>
                <a:latin typeface="Times New Roman" panose="02020603050405020304" pitchFamily="18" charset="0"/>
                <a:ea typeface="Times New Roman" panose="02020603050405020304" pitchFamily="18" charset="0"/>
              </a:rPr>
              <a:t>1420 cm</a:t>
            </a:r>
            <a:r>
              <a:rPr lang="en-US" sz="4000" baseline="30000">
                <a:effectLst/>
                <a:latin typeface="Times New Roman" panose="02020603050405020304" pitchFamily="18" charset="0"/>
                <a:ea typeface="Times New Roman" panose="02020603050405020304" pitchFamily="18" charset="0"/>
              </a:rPr>
              <a:t>-1</a:t>
            </a:r>
            <a:r>
              <a:rPr lang="en-US" sz="4000">
                <a:effectLst/>
                <a:latin typeface="Times New Roman" panose="02020603050405020304" pitchFamily="18" charset="0"/>
                <a:ea typeface="Times New Roman" panose="02020603050405020304" pitchFamily="18" charset="0"/>
              </a:rPr>
              <a:t> peak is absent in PBQ-0F and 1433 cm</a:t>
            </a:r>
            <a:r>
              <a:rPr lang="en-US" sz="4000" baseline="30000">
                <a:effectLst/>
                <a:latin typeface="Times New Roman" panose="02020603050405020304" pitchFamily="18" charset="0"/>
                <a:ea typeface="Times New Roman" panose="02020603050405020304" pitchFamily="18" charset="0"/>
              </a:rPr>
              <a:t>-1</a:t>
            </a:r>
            <a:r>
              <a:rPr lang="en-US" sz="4000">
                <a:effectLst/>
                <a:latin typeface="Times New Roman" panose="02020603050405020304" pitchFamily="18" charset="0"/>
                <a:ea typeface="Times New Roman" panose="02020603050405020304" pitchFamily="18" charset="0"/>
              </a:rPr>
              <a:t> peak is enhanced in this polymer compared to fluorinated ones.</a:t>
            </a:r>
          </a:p>
          <a:p>
            <a:pPr marL="571500" indent="-571500">
              <a:buFont typeface="Arial" panose="020B0604020202020204" pitchFamily="34" charset="0"/>
              <a:buChar char="•"/>
            </a:pPr>
            <a:r>
              <a:rPr lang="en-US" sz="4000">
                <a:effectLst/>
                <a:latin typeface="Times New Roman" panose="02020603050405020304" pitchFamily="18" charset="0"/>
                <a:ea typeface="Times New Roman" panose="02020603050405020304" pitchFamily="18" charset="0"/>
              </a:rPr>
              <a:t>1380 cm</a:t>
            </a:r>
            <a:r>
              <a:rPr lang="en-US" sz="4000" baseline="30000">
                <a:effectLst/>
                <a:latin typeface="Times New Roman" panose="02020603050405020304" pitchFamily="18" charset="0"/>
                <a:ea typeface="Times New Roman" panose="02020603050405020304" pitchFamily="18" charset="0"/>
              </a:rPr>
              <a:t>-1</a:t>
            </a:r>
            <a:r>
              <a:rPr lang="en-US" sz="4000">
                <a:effectLst/>
                <a:latin typeface="Times New Roman" panose="02020603050405020304" pitchFamily="18" charset="0"/>
                <a:ea typeface="Times New Roman" panose="02020603050405020304" pitchFamily="18" charset="0"/>
              </a:rPr>
              <a:t> peak is absent  in fluorinated polymers.</a:t>
            </a:r>
            <a:endParaRPr lang="en-US" sz="4000"/>
          </a:p>
        </p:txBody>
      </p:sp>
      <p:sp>
        <p:nvSpPr>
          <p:cNvPr id="20" name="TextBox 19">
            <a:extLst>
              <a:ext uri="{FF2B5EF4-FFF2-40B4-BE49-F238E27FC236}">
                <a16:creationId xmlns:a16="http://schemas.microsoft.com/office/drawing/2014/main" id="{0A8D5A63-65F5-1F72-8D43-137D1CCCC40A}"/>
              </a:ext>
            </a:extLst>
          </p:cNvPr>
          <p:cNvSpPr txBox="1"/>
          <p:nvPr/>
        </p:nvSpPr>
        <p:spPr>
          <a:xfrm>
            <a:off x="14523127" y="31206767"/>
            <a:ext cx="14035918" cy="1323439"/>
          </a:xfrm>
          <a:prstGeom prst="rect">
            <a:avLst/>
          </a:prstGeom>
          <a:noFill/>
        </p:spPr>
        <p:txBody>
          <a:bodyPr wrap="square" rtlCol="0">
            <a:spAutoFit/>
          </a:bodyPr>
          <a:lstStyle/>
          <a:p>
            <a:r>
              <a:rPr lang="en-US" sz="4000" b="1" dirty="0">
                <a:latin typeface="Times New Roman" panose="02020603050405020304" pitchFamily="18" charset="0"/>
                <a:cs typeface="Times New Roman" panose="02020603050405020304" pitchFamily="18" charset="0"/>
              </a:rPr>
              <a:t>Figure 4</a:t>
            </a:r>
            <a:r>
              <a:rPr lang="en-US" sz="4000" dirty="0">
                <a:latin typeface="Times New Roman" panose="02020603050405020304" pitchFamily="18" charset="0"/>
                <a:cs typeface="Times New Roman" panose="02020603050405020304" pitchFamily="18" charset="0"/>
              </a:rPr>
              <a:t>. Absorption spectra of </a:t>
            </a:r>
            <a:r>
              <a:rPr lang="en-US" sz="4000" dirty="0">
                <a:effectLst/>
                <a:latin typeface="Times New Roman" panose="02020603050405020304" pitchFamily="18" charset="0"/>
                <a:ea typeface="Times New Roman" panose="02020603050405020304" pitchFamily="18" charset="0"/>
              </a:rPr>
              <a:t> </a:t>
            </a:r>
            <a:r>
              <a:rPr lang="en-US" sz="4000" dirty="0">
                <a:solidFill>
                  <a:srgbClr val="000000"/>
                </a:solidFill>
                <a:effectLst/>
                <a:latin typeface="Times New Roman" panose="02020603050405020304" pitchFamily="18" charset="0"/>
                <a:ea typeface="Calibri" panose="020F0502020204030204" pitchFamily="34" charset="0"/>
              </a:rPr>
              <a:t>PBQ-0F, PBQ-QF and PBQ-4F  polymers.</a:t>
            </a:r>
            <a:endParaRPr lang="en-US" sz="4000" dirty="0"/>
          </a:p>
        </p:txBody>
      </p:sp>
      <p:pic>
        <p:nvPicPr>
          <p:cNvPr id="17" name="Picture 16">
            <a:extLst>
              <a:ext uri="{FF2B5EF4-FFF2-40B4-BE49-F238E27FC236}">
                <a16:creationId xmlns:a16="http://schemas.microsoft.com/office/drawing/2014/main" id="{1CA7B629-5786-0BCF-285A-C86F90CF6EE3}"/>
              </a:ext>
            </a:extLst>
          </p:cNvPr>
          <p:cNvPicPr>
            <a:picLocks noChangeAspect="1"/>
          </p:cNvPicPr>
          <p:nvPr/>
        </p:nvPicPr>
        <p:blipFill>
          <a:blip r:embed="rId9"/>
          <a:stretch>
            <a:fillRect/>
          </a:stretch>
        </p:blipFill>
        <p:spPr>
          <a:xfrm>
            <a:off x="15262225" y="20526164"/>
            <a:ext cx="10260750" cy="7857451"/>
          </a:xfrm>
          <a:prstGeom prst="rect">
            <a:avLst/>
          </a:prstGeom>
        </p:spPr>
      </p:pic>
      <p:pic>
        <p:nvPicPr>
          <p:cNvPr id="25" name="Picture 24">
            <a:extLst>
              <a:ext uri="{FF2B5EF4-FFF2-40B4-BE49-F238E27FC236}">
                <a16:creationId xmlns:a16="http://schemas.microsoft.com/office/drawing/2014/main" id="{A59452B5-17B1-4B1E-B2C5-AD351AD9BD71}"/>
              </a:ext>
            </a:extLst>
          </p:cNvPr>
          <p:cNvPicPr>
            <a:picLocks noChangeAspect="1"/>
          </p:cNvPicPr>
          <p:nvPr/>
        </p:nvPicPr>
        <p:blipFill>
          <a:blip r:embed="rId10"/>
          <a:stretch>
            <a:fillRect/>
          </a:stretch>
        </p:blipFill>
        <p:spPr>
          <a:xfrm>
            <a:off x="25859487" y="16432514"/>
            <a:ext cx="1979103" cy="2101838"/>
          </a:xfrm>
          <a:prstGeom prst="rect">
            <a:avLst/>
          </a:prstGeom>
        </p:spPr>
      </p:pic>
    </p:spTree>
    <p:extLst>
      <p:ext uri="{BB962C8B-B14F-4D97-AF65-F5344CB8AC3E}">
        <p14:creationId xmlns:p14="http://schemas.microsoft.com/office/powerpoint/2010/main" val="3370274856"/>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Facet</Template>
  <TotalTime>0</TotalTime>
  <Words>773</Words>
  <Application>Microsoft Office PowerPoint</Application>
  <PresentationFormat>Custom</PresentationFormat>
  <Paragraphs>62</Paragraphs>
  <Slides>1</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vt:i4>
      </vt:variant>
    </vt:vector>
  </HeadingPairs>
  <TitlesOfParts>
    <vt:vector size="9" baseType="lpstr">
      <vt:lpstr>Arial</vt:lpstr>
      <vt:lpstr>Calibri</vt:lpstr>
      <vt:lpstr>georgia</vt:lpstr>
      <vt:lpstr>Open Sans</vt:lpstr>
      <vt:lpstr>Times New Roman</vt:lpstr>
      <vt:lpstr>Trebuchet MS</vt:lpstr>
      <vt:lpstr>Wingdings 3</vt:lpstr>
      <vt:lpstr>Facet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Robert Younts</dc:creator>
  <cp:lastModifiedBy>Gautam, Bhoj R</cp:lastModifiedBy>
  <cp:revision>1</cp:revision>
  <dcterms:created xsi:type="dcterms:W3CDTF">2015-07-13T15:21:49Z</dcterms:created>
  <dcterms:modified xsi:type="dcterms:W3CDTF">2023-10-25T01:43:14Z</dcterms:modified>
</cp:coreProperties>
</file>